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60" r:id="rId5"/>
    <p:sldId id="259" r:id="rId6"/>
    <p:sldId id="265" r:id="rId7"/>
    <p:sldId id="262" r:id="rId8"/>
    <p:sldId id="266" r:id="rId9"/>
    <p:sldId id="263" r:id="rId10"/>
    <p:sldId id="267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019"/>
    <p:restoredTop sz="97030"/>
  </p:normalViewPr>
  <p:slideViewPr>
    <p:cSldViewPr snapToGrid="0">
      <p:cViewPr varScale="1">
        <p:scale>
          <a:sx n="123" d="100"/>
          <a:sy n="123" d="100"/>
        </p:scale>
        <p:origin x="200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2D0B3A-DF98-0F43-8D0B-CD9816DA7B14}" type="doc">
      <dgm:prSet loTypeId="urn:microsoft.com/office/officeart/2005/8/layout/process1" loCatId="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6EA75BE1-5F44-6147-9B73-B7335A68E605}">
      <dgm:prSet phldrT="[Text]"/>
      <dgm:spPr/>
      <dgm:t>
        <a:bodyPr/>
        <a:lstStyle/>
        <a:p>
          <a:r>
            <a:rPr lang="en-US" dirty="0"/>
            <a:t>Read Raw Image Data</a:t>
          </a:r>
        </a:p>
      </dgm:t>
    </dgm:pt>
    <dgm:pt modelId="{FEC914A2-11C0-EB48-A271-AD69DBE9BEE8}" type="parTrans" cxnId="{29E9FF43-7D65-A94E-AD82-F6A8F0CCE40F}">
      <dgm:prSet/>
      <dgm:spPr/>
      <dgm:t>
        <a:bodyPr/>
        <a:lstStyle/>
        <a:p>
          <a:endParaRPr lang="en-US"/>
        </a:p>
      </dgm:t>
    </dgm:pt>
    <dgm:pt modelId="{5ADD0F67-FBF0-8D40-8FE8-73D3B2412944}" type="sibTrans" cxnId="{29E9FF43-7D65-A94E-AD82-F6A8F0CCE40F}">
      <dgm:prSet/>
      <dgm:spPr/>
      <dgm:t>
        <a:bodyPr/>
        <a:lstStyle/>
        <a:p>
          <a:endParaRPr lang="en-US"/>
        </a:p>
      </dgm:t>
    </dgm:pt>
    <dgm:pt modelId="{EF0F492F-9584-374E-B93D-AA4D42D92D67}">
      <dgm:prSet phldrT="[Text]"/>
      <dgm:spPr/>
      <dgm:t>
        <a:bodyPr/>
        <a:lstStyle/>
        <a:p>
          <a:r>
            <a:rPr lang="en-US" dirty="0"/>
            <a:t>Apply Flatfield + Subtract Background Image</a:t>
          </a:r>
        </a:p>
      </dgm:t>
    </dgm:pt>
    <dgm:pt modelId="{FA1F06D4-ABB1-2141-BA3F-7D67314B626F}" type="parTrans" cxnId="{577D7D7E-2DA2-6749-9668-B5102CD02B03}">
      <dgm:prSet/>
      <dgm:spPr/>
      <dgm:t>
        <a:bodyPr/>
        <a:lstStyle/>
        <a:p>
          <a:endParaRPr lang="en-US"/>
        </a:p>
      </dgm:t>
    </dgm:pt>
    <dgm:pt modelId="{AD1E3102-2258-1A40-B74F-C66DE5CE11C6}" type="sibTrans" cxnId="{577D7D7E-2DA2-6749-9668-B5102CD02B03}">
      <dgm:prSet/>
      <dgm:spPr/>
      <dgm:t>
        <a:bodyPr/>
        <a:lstStyle/>
        <a:p>
          <a:endParaRPr lang="en-US"/>
        </a:p>
      </dgm:t>
    </dgm:pt>
    <dgm:pt modelId="{561FFE9B-759C-A24D-9ECC-E44BDFDD25F3}">
      <dgm:prSet phldrT="[Text]"/>
      <dgm:spPr/>
      <dgm:t>
        <a:bodyPr/>
        <a:lstStyle/>
        <a:p>
          <a:r>
            <a:rPr lang="en-US" dirty="0"/>
            <a:t>Isolate Pinholes</a:t>
          </a:r>
        </a:p>
      </dgm:t>
    </dgm:pt>
    <dgm:pt modelId="{24D54AF1-E9AF-1F49-B3FE-C3E883F7C4CD}" type="parTrans" cxnId="{6BB514C3-B521-E64F-B19B-3CE8B2D57FF3}">
      <dgm:prSet/>
      <dgm:spPr/>
      <dgm:t>
        <a:bodyPr/>
        <a:lstStyle/>
        <a:p>
          <a:endParaRPr lang="en-US"/>
        </a:p>
      </dgm:t>
    </dgm:pt>
    <dgm:pt modelId="{A55455F0-6A90-1A40-ABBF-C61A267EC9A9}" type="sibTrans" cxnId="{6BB514C3-B521-E64F-B19B-3CE8B2D57FF3}">
      <dgm:prSet/>
      <dgm:spPr/>
      <dgm:t>
        <a:bodyPr/>
        <a:lstStyle/>
        <a:p>
          <a:endParaRPr lang="en-US"/>
        </a:p>
      </dgm:t>
    </dgm:pt>
    <dgm:pt modelId="{EC38CA37-F84A-3E4D-A40E-D84C7933B683}">
      <dgm:prSet phldrT="[Text]"/>
      <dgm:spPr/>
      <dgm:t>
        <a:bodyPr/>
        <a:lstStyle/>
        <a:p>
          <a:r>
            <a:rPr lang="en-US" dirty="0"/>
            <a:t>Align Pinholes</a:t>
          </a:r>
        </a:p>
      </dgm:t>
    </dgm:pt>
    <dgm:pt modelId="{8B48FB19-44B1-4D4C-AA4C-D5784B582040}" type="parTrans" cxnId="{69BEA3FB-A057-5A42-9B9E-44BD156EEB89}">
      <dgm:prSet/>
      <dgm:spPr/>
      <dgm:t>
        <a:bodyPr/>
        <a:lstStyle/>
        <a:p>
          <a:endParaRPr lang="en-US"/>
        </a:p>
      </dgm:t>
    </dgm:pt>
    <dgm:pt modelId="{81C4D046-83CB-D243-B417-C5D5EA58C4A4}" type="sibTrans" cxnId="{69BEA3FB-A057-5A42-9B9E-44BD156EEB89}">
      <dgm:prSet/>
      <dgm:spPr/>
      <dgm:t>
        <a:bodyPr/>
        <a:lstStyle/>
        <a:p>
          <a:endParaRPr lang="en-US"/>
        </a:p>
      </dgm:t>
    </dgm:pt>
    <dgm:pt modelId="{C5155B02-D473-B54F-B0C6-C7D01D031398}">
      <dgm:prSet phldrT="[Text]"/>
      <dgm:spPr/>
      <dgm:t>
        <a:bodyPr/>
        <a:lstStyle/>
        <a:p>
          <a:r>
            <a:rPr lang="en-US" dirty="0"/>
            <a:t>Calculate Measured X-ray Photon Ratio</a:t>
          </a:r>
        </a:p>
      </dgm:t>
    </dgm:pt>
    <dgm:pt modelId="{291B1F5D-474B-044D-BA42-56DFE3B1A4AF}" type="parTrans" cxnId="{E1A1FA96-3F04-4745-93AB-AE9D8E0F6396}">
      <dgm:prSet/>
      <dgm:spPr/>
      <dgm:t>
        <a:bodyPr/>
        <a:lstStyle/>
        <a:p>
          <a:endParaRPr lang="en-US"/>
        </a:p>
      </dgm:t>
    </dgm:pt>
    <dgm:pt modelId="{F2552015-CE69-724D-BFD6-1C5047AC2BB1}" type="sibTrans" cxnId="{E1A1FA96-3F04-4745-93AB-AE9D8E0F6396}">
      <dgm:prSet/>
      <dgm:spPr/>
      <dgm:t>
        <a:bodyPr/>
        <a:lstStyle/>
        <a:p>
          <a:endParaRPr lang="en-US"/>
        </a:p>
      </dgm:t>
    </dgm:pt>
    <dgm:pt modelId="{5F77834D-84D3-D747-AAB3-C63D5D6E0DC7}">
      <dgm:prSet phldrT="[Text]"/>
      <dgm:spPr/>
      <dgm:t>
        <a:bodyPr/>
        <a:lstStyle/>
        <a:p>
          <a:r>
            <a:rPr lang="en-US" dirty="0"/>
            <a:t>Subtract X-Ray Background + Floor the Image</a:t>
          </a:r>
        </a:p>
      </dgm:t>
    </dgm:pt>
    <dgm:pt modelId="{CA66113F-3D32-2244-833F-475BB22E2E89}" type="parTrans" cxnId="{94C24512-F21C-FF45-B2D6-693236EE93CD}">
      <dgm:prSet/>
      <dgm:spPr/>
      <dgm:t>
        <a:bodyPr/>
        <a:lstStyle/>
        <a:p>
          <a:endParaRPr lang="en-US"/>
        </a:p>
      </dgm:t>
    </dgm:pt>
    <dgm:pt modelId="{5FA2B6DB-BD5E-4745-B805-1F5AB9FA67A7}" type="sibTrans" cxnId="{94C24512-F21C-FF45-B2D6-693236EE93CD}">
      <dgm:prSet/>
      <dgm:spPr/>
      <dgm:t>
        <a:bodyPr/>
        <a:lstStyle/>
        <a:p>
          <a:endParaRPr lang="en-US"/>
        </a:p>
      </dgm:t>
    </dgm:pt>
    <dgm:pt modelId="{7441C781-AD54-0C44-8BE4-D18F89B1E4F3}" type="pres">
      <dgm:prSet presAssocID="{442D0B3A-DF98-0F43-8D0B-CD9816DA7B14}" presName="Name0" presStyleCnt="0">
        <dgm:presLayoutVars>
          <dgm:dir/>
          <dgm:resizeHandles val="exact"/>
        </dgm:presLayoutVars>
      </dgm:prSet>
      <dgm:spPr/>
    </dgm:pt>
    <dgm:pt modelId="{1D1F1E3F-F0A5-7B48-9238-68A850E138D8}" type="pres">
      <dgm:prSet presAssocID="{6EA75BE1-5F44-6147-9B73-B7335A68E605}" presName="node" presStyleLbl="node1" presStyleIdx="0" presStyleCnt="6">
        <dgm:presLayoutVars>
          <dgm:bulletEnabled val="1"/>
        </dgm:presLayoutVars>
      </dgm:prSet>
      <dgm:spPr/>
    </dgm:pt>
    <dgm:pt modelId="{9345ABEB-B0AE-0346-BC93-87E583DC02F5}" type="pres">
      <dgm:prSet presAssocID="{5ADD0F67-FBF0-8D40-8FE8-73D3B2412944}" presName="sibTrans" presStyleLbl="sibTrans2D1" presStyleIdx="0" presStyleCnt="5"/>
      <dgm:spPr/>
    </dgm:pt>
    <dgm:pt modelId="{D5D6CC74-DF5A-8946-9DDF-791F44C30AAD}" type="pres">
      <dgm:prSet presAssocID="{5ADD0F67-FBF0-8D40-8FE8-73D3B2412944}" presName="connectorText" presStyleLbl="sibTrans2D1" presStyleIdx="0" presStyleCnt="5"/>
      <dgm:spPr/>
    </dgm:pt>
    <dgm:pt modelId="{62CFDF1E-9217-2346-9436-3D79D62945E2}" type="pres">
      <dgm:prSet presAssocID="{EF0F492F-9584-374E-B93D-AA4D42D92D67}" presName="node" presStyleLbl="node1" presStyleIdx="1" presStyleCnt="6">
        <dgm:presLayoutVars>
          <dgm:bulletEnabled val="1"/>
        </dgm:presLayoutVars>
      </dgm:prSet>
      <dgm:spPr/>
    </dgm:pt>
    <dgm:pt modelId="{00A2B1DF-0886-9943-80E4-548ACDA49BD6}" type="pres">
      <dgm:prSet presAssocID="{AD1E3102-2258-1A40-B74F-C66DE5CE11C6}" presName="sibTrans" presStyleLbl="sibTrans2D1" presStyleIdx="1" presStyleCnt="5"/>
      <dgm:spPr/>
    </dgm:pt>
    <dgm:pt modelId="{4F7CB597-0A6F-9543-81AD-ADA61B49054A}" type="pres">
      <dgm:prSet presAssocID="{AD1E3102-2258-1A40-B74F-C66DE5CE11C6}" presName="connectorText" presStyleLbl="sibTrans2D1" presStyleIdx="1" presStyleCnt="5"/>
      <dgm:spPr/>
    </dgm:pt>
    <dgm:pt modelId="{148E017D-41B8-994D-BB36-C6369EB9F497}" type="pres">
      <dgm:prSet presAssocID="{561FFE9B-759C-A24D-9ECC-E44BDFDD25F3}" presName="node" presStyleLbl="node1" presStyleIdx="2" presStyleCnt="6">
        <dgm:presLayoutVars>
          <dgm:bulletEnabled val="1"/>
        </dgm:presLayoutVars>
      </dgm:prSet>
      <dgm:spPr/>
    </dgm:pt>
    <dgm:pt modelId="{3DC67B40-AFB6-2143-B86C-AA5F46A97492}" type="pres">
      <dgm:prSet presAssocID="{A55455F0-6A90-1A40-ABBF-C61A267EC9A9}" presName="sibTrans" presStyleLbl="sibTrans2D1" presStyleIdx="2" presStyleCnt="5"/>
      <dgm:spPr/>
    </dgm:pt>
    <dgm:pt modelId="{30226C88-F300-C847-B5D1-28567605E371}" type="pres">
      <dgm:prSet presAssocID="{A55455F0-6A90-1A40-ABBF-C61A267EC9A9}" presName="connectorText" presStyleLbl="sibTrans2D1" presStyleIdx="2" presStyleCnt="5"/>
      <dgm:spPr/>
    </dgm:pt>
    <dgm:pt modelId="{D84E253F-7663-574D-9156-3A8E26E2ED9D}" type="pres">
      <dgm:prSet presAssocID="{EC38CA37-F84A-3E4D-A40E-D84C7933B683}" presName="node" presStyleLbl="node1" presStyleIdx="3" presStyleCnt="6">
        <dgm:presLayoutVars>
          <dgm:bulletEnabled val="1"/>
        </dgm:presLayoutVars>
      </dgm:prSet>
      <dgm:spPr/>
    </dgm:pt>
    <dgm:pt modelId="{B96DBE98-50DF-804C-A8D1-4ABC5922DB69}" type="pres">
      <dgm:prSet presAssocID="{81C4D046-83CB-D243-B417-C5D5EA58C4A4}" presName="sibTrans" presStyleLbl="sibTrans2D1" presStyleIdx="3" presStyleCnt="5"/>
      <dgm:spPr/>
    </dgm:pt>
    <dgm:pt modelId="{9C159D86-8489-C24B-B667-73825F9873BA}" type="pres">
      <dgm:prSet presAssocID="{81C4D046-83CB-D243-B417-C5D5EA58C4A4}" presName="connectorText" presStyleLbl="sibTrans2D1" presStyleIdx="3" presStyleCnt="5"/>
      <dgm:spPr/>
    </dgm:pt>
    <dgm:pt modelId="{EF2A4ADC-8F9F-8643-9031-5BA63D3A0686}" type="pres">
      <dgm:prSet presAssocID="{5F77834D-84D3-D747-AAB3-C63D5D6E0DC7}" presName="node" presStyleLbl="node1" presStyleIdx="4" presStyleCnt="6">
        <dgm:presLayoutVars>
          <dgm:bulletEnabled val="1"/>
        </dgm:presLayoutVars>
      </dgm:prSet>
      <dgm:spPr/>
    </dgm:pt>
    <dgm:pt modelId="{82A38A99-6DD4-3740-A4EF-DA23F5C60E5F}" type="pres">
      <dgm:prSet presAssocID="{5FA2B6DB-BD5E-4745-B805-1F5AB9FA67A7}" presName="sibTrans" presStyleLbl="sibTrans2D1" presStyleIdx="4" presStyleCnt="5"/>
      <dgm:spPr/>
    </dgm:pt>
    <dgm:pt modelId="{C3DC2528-321F-9C41-8719-9CE514DF0150}" type="pres">
      <dgm:prSet presAssocID="{5FA2B6DB-BD5E-4745-B805-1F5AB9FA67A7}" presName="connectorText" presStyleLbl="sibTrans2D1" presStyleIdx="4" presStyleCnt="5"/>
      <dgm:spPr/>
    </dgm:pt>
    <dgm:pt modelId="{EF01A334-885D-4A4B-90E9-12098EDF30CE}" type="pres">
      <dgm:prSet presAssocID="{C5155B02-D473-B54F-B0C6-C7D01D031398}" presName="node" presStyleLbl="node1" presStyleIdx="5" presStyleCnt="6">
        <dgm:presLayoutVars>
          <dgm:bulletEnabled val="1"/>
        </dgm:presLayoutVars>
      </dgm:prSet>
      <dgm:spPr/>
    </dgm:pt>
  </dgm:ptLst>
  <dgm:cxnLst>
    <dgm:cxn modelId="{EDB4F902-0EBC-F944-8338-995D7FF9B00A}" type="presOf" srcId="{EC38CA37-F84A-3E4D-A40E-D84C7933B683}" destId="{D84E253F-7663-574D-9156-3A8E26E2ED9D}" srcOrd="0" destOrd="0" presId="urn:microsoft.com/office/officeart/2005/8/layout/process1"/>
    <dgm:cxn modelId="{382B0F04-204F-B342-9E5A-718CF2B73CFF}" type="presOf" srcId="{EF0F492F-9584-374E-B93D-AA4D42D92D67}" destId="{62CFDF1E-9217-2346-9436-3D79D62945E2}" srcOrd="0" destOrd="0" presId="urn:microsoft.com/office/officeart/2005/8/layout/process1"/>
    <dgm:cxn modelId="{94C24512-F21C-FF45-B2D6-693236EE93CD}" srcId="{442D0B3A-DF98-0F43-8D0B-CD9816DA7B14}" destId="{5F77834D-84D3-D747-AAB3-C63D5D6E0DC7}" srcOrd="4" destOrd="0" parTransId="{CA66113F-3D32-2244-833F-475BB22E2E89}" sibTransId="{5FA2B6DB-BD5E-4745-B805-1F5AB9FA67A7}"/>
    <dgm:cxn modelId="{29E9FF43-7D65-A94E-AD82-F6A8F0CCE40F}" srcId="{442D0B3A-DF98-0F43-8D0B-CD9816DA7B14}" destId="{6EA75BE1-5F44-6147-9B73-B7335A68E605}" srcOrd="0" destOrd="0" parTransId="{FEC914A2-11C0-EB48-A271-AD69DBE9BEE8}" sibTransId="{5ADD0F67-FBF0-8D40-8FE8-73D3B2412944}"/>
    <dgm:cxn modelId="{1759604A-D5B4-A842-9E9F-CE7433A960B3}" type="presOf" srcId="{5FA2B6DB-BD5E-4745-B805-1F5AB9FA67A7}" destId="{82A38A99-6DD4-3740-A4EF-DA23F5C60E5F}" srcOrd="0" destOrd="0" presId="urn:microsoft.com/office/officeart/2005/8/layout/process1"/>
    <dgm:cxn modelId="{3BA4A26E-81FB-A244-B716-A637C3F5656A}" type="presOf" srcId="{A55455F0-6A90-1A40-ABBF-C61A267EC9A9}" destId="{30226C88-F300-C847-B5D1-28567605E371}" srcOrd="1" destOrd="0" presId="urn:microsoft.com/office/officeart/2005/8/layout/process1"/>
    <dgm:cxn modelId="{33792A79-DDB6-2F46-A158-4AC3A419C8C2}" type="presOf" srcId="{5F77834D-84D3-D747-AAB3-C63D5D6E0DC7}" destId="{EF2A4ADC-8F9F-8643-9031-5BA63D3A0686}" srcOrd="0" destOrd="0" presId="urn:microsoft.com/office/officeart/2005/8/layout/process1"/>
    <dgm:cxn modelId="{577D7D7E-2DA2-6749-9668-B5102CD02B03}" srcId="{442D0B3A-DF98-0F43-8D0B-CD9816DA7B14}" destId="{EF0F492F-9584-374E-B93D-AA4D42D92D67}" srcOrd="1" destOrd="0" parTransId="{FA1F06D4-ABB1-2141-BA3F-7D67314B626F}" sibTransId="{AD1E3102-2258-1A40-B74F-C66DE5CE11C6}"/>
    <dgm:cxn modelId="{17706681-2C41-E745-A2E6-A815F67CB8FD}" type="presOf" srcId="{6EA75BE1-5F44-6147-9B73-B7335A68E605}" destId="{1D1F1E3F-F0A5-7B48-9238-68A850E138D8}" srcOrd="0" destOrd="0" presId="urn:microsoft.com/office/officeart/2005/8/layout/process1"/>
    <dgm:cxn modelId="{1E58A995-B3FD-7B4B-93B6-ED904A2B50C5}" type="presOf" srcId="{5ADD0F67-FBF0-8D40-8FE8-73D3B2412944}" destId="{9345ABEB-B0AE-0346-BC93-87E583DC02F5}" srcOrd="0" destOrd="0" presId="urn:microsoft.com/office/officeart/2005/8/layout/process1"/>
    <dgm:cxn modelId="{E1A1FA96-3F04-4745-93AB-AE9D8E0F6396}" srcId="{442D0B3A-DF98-0F43-8D0B-CD9816DA7B14}" destId="{C5155B02-D473-B54F-B0C6-C7D01D031398}" srcOrd="5" destOrd="0" parTransId="{291B1F5D-474B-044D-BA42-56DFE3B1A4AF}" sibTransId="{F2552015-CE69-724D-BFD6-1C5047AC2BB1}"/>
    <dgm:cxn modelId="{34EB52A2-51A8-6D45-9A29-36A375CAF4C1}" type="presOf" srcId="{AD1E3102-2258-1A40-B74F-C66DE5CE11C6}" destId="{4F7CB597-0A6F-9543-81AD-ADA61B49054A}" srcOrd="1" destOrd="0" presId="urn:microsoft.com/office/officeart/2005/8/layout/process1"/>
    <dgm:cxn modelId="{6BB514C3-B521-E64F-B19B-3CE8B2D57FF3}" srcId="{442D0B3A-DF98-0F43-8D0B-CD9816DA7B14}" destId="{561FFE9B-759C-A24D-9ECC-E44BDFDD25F3}" srcOrd="2" destOrd="0" parTransId="{24D54AF1-E9AF-1F49-B3FE-C3E883F7C4CD}" sibTransId="{A55455F0-6A90-1A40-ABBF-C61A267EC9A9}"/>
    <dgm:cxn modelId="{B98B02C7-E5D1-5247-8B39-C1E5B7EF8825}" type="presOf" srcId="{AD1E3102-2258-1A40-B74F-C66DE5CE11C6}" destId="{00A2B1DF-0886-9943-80E4-548ACDA49BD6}" srcOrd="0" destOrd="0" presId="urn:microsoft.com/office/officeart/2005/8/layout/process1"/>
    <dgm:cxn modelId="{903FC8C7-8CB5-924B-B6B4-107566578CA9}" type="presOf" srcId="{C5155B02-D473-B54F-B0C6-C7D01D031398}" destId="{EF01A334-885D-4A4B-90E9-12098EDF30CE}" srcOrd="0" destOrd="0" presId="urn:microsoft.com/office/officeart/2005/8/layout/process1"/>
    <dgm:cxn modelId="{715D92CA-5704-8F4F-AAAD-6874A63771CC}" type="presOf" srcId="{442D0B3A-DF98-0F43-8D0B-CD9816DA7B14}" destId="{7441C781-AD54-0C44-8BE4-D18F89B1E4F3}" srcOrd="0" destOrd="0" presId="urn:microsoft.com/office/officeart/2005/8/layout/process1"/>
    <dgm:cxn modelId="{CDDCA3E1-97C4-F944-BFFD-984AB9AAC0FB}" type="presOf" srcId="{561FFE9B-759C-A24D-9ECC-E44BDFDD25F3}" destId="{148E017D-41B8-994D-BB36-C6369EB9F497}" srcOrd="0" destOrd="0" presId="urn:microsoft.com/office/officeart/2005/8/layout/process1"/>
    <dgm:cxn modelId="{BCB675EB-D797-6A4A-A034-5DEFB4E8BFDD}" type="presOf" srcId="{81C4D046-83CB-D243-B417-C5D5EA58C4A4}" destId="{B96DBE98-50DF-804C-A8D1-4ABC5922DB69}" srcOrd="0" destOrd="0" presId="urn:microsoft.com/office/officeart/2005/8/layout/process1"/>
    <dgm:cxn modelId="{DC8123ED-E172-2047-820C-707695434600}" type="presOf" srcId="{A55455F0-6A90-1A40-ABBF-C61A267EC9A9}" destId="{3DC67B40-AFB6-2143-B86C-AA5F46A97492}" srcOrd="0" destOrd="0" presId="urn:microsoft.com/office/officeart/2005/8/layout/process1"/>
    <dgm:cxn modelId="{62AD51F2-BD2E-8040-BA39-833E65ED5274}" type="presOf" srcId="{5FA2B6DB-BD5E-4745-B805-1F5AB9FA67A7}" destId="{C3DC2528-321F-9C41-8719-9CE514DF0150}" srcOrd="1" destOrd="0" presId="urn:microsoft.com/office/officeart/2005/8/layout/process1"/>
    <dgm:cxn modelId="{B5813FF4-F9D8-6542-923F-E3A682B38240}" type="presOf" srcId="{81C4D046-83CB-D243-B417-C5D5EA58C4A4}" destId="{9C159D86-8489-C24B-B667-73825F9873BA}" srcOrd="1" destOrd="0" presId="urn:microsoft.com/office/officeart/2005/8/layout/process1"/>
    <dgm:cxn modelId="{5341A2FB-DB7D-3347-94AA-0D27617B9867}" type="presOf" srcId="{5ADD0F67-FBF0-8D40-8FE8-73D3B2412944}" destId="{D5D6CC74-DF5A-8946-9DDF-791F44C30AAD}" srcOrd="1" destOrd="0" presId="urn:microsoft.com/office/officeart/2005/8/layout/process1"/>
    <dgm:cxn modelId="{69BEA3FB-A057-5A42-9B9E-44BD156EEB89}" srcId="{442D0B3A-DF98-0F43-8D0B-CD9816DA7B14}" destId="{EC38CA37-F84A-3E4D-A40E-D84C7933B683}" srcOrd="3" destOrd="0" parTransId="{8B48FB19-44B1-4D4C-AA4C-D5784B582040}" sibTransId="{81C4D046-83CB-D243-B417-C5D5EA58C4A4}"/>
    <dgm:cxn modelId="{255C737B-56AA-4F4C-BBDE-0A582BED63A2}" type="presParOf" srcId="{7441C781-AD54-0C44-8BE4-D18F89B1E4F3}" destId="{1D1F1E3F-F0A5-7B48-9238-68A850E138D8}" srcOrd="0" destOrd="0" presId="urn:microsoft.com/office/officeart/2005/8/layout/process1"/>
    <dgm:cxn modelId="{47BE0FCC-0725-B642-9D3D-9E9B7D807FBE}" type="presParOf" srcId="{7441C781-AD54-0C44-8BE4-D18F89B1E4F3}" destId="{9345ABEB-B0AE-0346-BC93-87E583DC02F5}" srcOrd="1" destOrd="0" presId="urn:microsoft.com/office/officeart/2005/8/layout/process1"/>
    <dgm:cxn modelId="{372109AD-E8C6-9A44-8BAF-2C87E0070815}" type="presParOf" srcId="{9345ABEB-B0AE-0346-BC93-87E583DC02F5}" destId="{D5D6CC74-DF5A-8946-9DDF-791F44C30AAD}" srcOrd="0" destOrd="0" presId="urn:microsoft.com/office/officeart/2005/8/layout/process1"/>
    <dgm:cxn modelId="{90EB2FF6-A8A7-3E45-9BAB-FD5D0B555468}" type="presParOf" srcId="{7441C781-AD54-0C44-8BE4-D18F89B1E4F3}" destId="{62CFDF1E-9217-2346-9436-3D79D62945E2}" srcOrd="2" destOrd="0" presId="urn:microsoft.com/office/officeart/2005/8/layout/process1"/>
    <dgm:cxn modelId="{700ABA9B-AD72-E248-AC0B-2A58C26CCEFA}" type="presParOf" srcId="{7441C781-AD54-0C44-8BE4-D18F89B1E4F3}" destId="{00A2B1DF-0886-9943-80E4-548ACDA49BD6}" srcOrd="3" destOrd="0" presId="urn:microsoft.com/office/officeart/2005/8/layout/process1"/>
    <dgm:cxn modelId="{99739807-4CB0-2346-99B4-FD4AFC056BCA}" type="presParOf" srcId="{00A2B1DF-0886-9943-80E4-548ACDA49BD6}" destId="{4F7CB597-0A6F-9543-81AD-ADA61B49054A}" srcOrd="0" destOrd="0" presId="urn:microsoft.com/office/officeart/2005/8/layout/process1"/>
    <dgm:cxn modelId="{F194A866-5577-F744-BF76-EA9F582AB9DD}" type="presParOf" srcId="{7441C781-AD54-0C44-8BE4-D18F89B1E4F3}" destId="{148E017D-41B8-994D-BB36-C6369EB9F497}" srcOrd="4" destOrd="0" presId="urn:microsoft.com/office/officeart/2005/8/layout/process1"/>
    <dgm:cxn modelId="{0AFF8CBD-E506-EE4A-B71B-EF58D5BE932C}" type="presParOf" srcId="{7441C781-AD54-0C44-8BE4-D18F89B1E4F3}" destId="{3DC67B40-AFB6-2143-B86C-AA5F46A97492}" srcOrd="5" destOrd="0" presId="urn:microsoft.com/office/officeart/2005/8/layout/process1"/>
    <dgm:cxn modelId="{B8849608-6B32-EE4F-A37C-741C526BFE82}" type="presParOf" srcId="{3DC67B40-AFB6-2143-B86C-AA5F46A97492}" destId="{30226C88-F300-C847-B5D1-28567605E371}" srcOrd="0" destOrd="0" presId="urn:microsoft.com/office/officeart/2005/8/layout/process1"/>
    <dgm:cxn modelId="{C7EAA3FD-EE71-2248-98B9-9ADC5E83B2BC}" type="presParOf" srcId="{7441C781-AD54-0C44-8BE4-D18F89B1E4F3}" destId="{D84E253F-7663-574D-9156-3A8E26E2ED9D}" srcOrd="6" destOrd="0" presId="urn:microsoft.com/office/officeart/2005/8/layout/process1"/>
    <dgm:cxn modelId="{06A400B4-43CE-D44F-978F-2799E5B939E2}" type="presParOf" srcId="{7441C781-AD54-0C44-8BE4-D18F89B1E4F3}" destId="{B96DBE98-50DF-804C-A8D1-4ABC5922DB69}" srcOrd="7" destOrd="0" presId="urn:microsoft.com/office/officeart/2005/8/layout/process1"/>
    <dgm:cxn modelId="{06EAB4E7-FEA0-3843-83E7-C5D3D3E6522F}" type="presParOf" srcId="{B96DBE98-50DF-804C-A8D1-4ABC5922DB69}" destId="{9C159D86-8489-C24B-B667-73825F9873BA}" srcOrd="0" destOrd="0" presId="urn:microsoft.com/office/officeart/2005/8/layout/process1"/>
    <dgm:cxn modelId="{9E6EA8FD-5D04-BE4D-BD04-F26800F8B045}" type="presParOf" srcId="{7441C781-AD54-0C44-8BE4-D18F89B1E4F3}" destId="{EF2A4ADC-8F9F-8643-9031-5BA63D3A0686}" srcOrd="8" destOrd="0" presId="urn:microsoft.com/office/officeart/2005/8/layout/process1"/>
    <dgm:cxn modelId="{3C2CE353-833A-0842-85DC-99170B1839EA}" type="presParOf" srcId="{7441C781-AD54-0C44-8BE4-D18F89B1E4F3}" destId="{82A38A99-6DD4-3740-A4EF-DA23F5C60E5F}" srcOrd="9" destOrd="0" presId="urn:microsoft.com/office/officeart/2005/8/layout/process1"/>
    <dgm:cxn modelId="{0D1AD99F-49BA-8445-ADEE-DF2868FB89E8}" type="presParOf" srcId="{82A38A99-6DD4-3740-A4EF-DA23F5C60E5F}" destId="{C3DC2528-321F-9C41-8719-9CE514DF0150}" srcOrd="0" destOrd="0" presId="urn:microsoft.com/office/officeart/2005/8/layout/process1"/>
    <dgm:cxn modelId="{5F76B312-A2D5-2F43-891B-2A446A1A73DB}" type="presParOf" srcId="{7441C781-AD54-0C44-8BE4-D18F89B1E4F3}" destId="{EF01A334-885D-4A4B-90E9-12098EDF30C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2D0B3A-DF98-0F43-8D0B-CD9816DA7B14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A75BE1-5F44-6147-9B73-B7335A68E605}">
      <dgm:prSet phldrT="[Text]"/>
      <dgm:spPr/>
      <dgm:t>
        <a:bodyPr/>
        <a:lstStyle/>
        <a:p>
          <a:r>
            <a:rPr lang="en-US" dirty="0"/>
            <a:t>Extract Filter Material Information</a:t>
          </a:r>
        </a:p>
      </dgm:t>
    </dgm:pt>
    <dgm:pt modelId="{5ADD0F67-FBF0-8D40-8FE8-73D3B2412944}" type="sibTrans" cxnId="{29E9FF43-7D65-A94E-AD82-F6A8F0CCE40F}">
      <dgm:prSet/>
      <dgm:spPr/>
      <dgm:t>
        <a:bodyPr/>
        <a:lstStyle/>
        <a:p>
          <a:endParaRPr lang="en-US"/>
        </a:p>
      </dgm:t>
    </dgm:pt>
    <dgm:pt modelId="{FEC914A2-11C0-EB48-A271-AD69DBE9BEE8}" type="parTrans" cxnId="{29E9FF43-7D65-A94E-AD82-F6A8F0CCE40F}">
      <dgm:prSet/>
      <dgm:spPr/>
      <dgm:t>
        <a:bodyPr/>
        <a:lstStyle/>
        <a:p>
          <a:endParaRPr lang="en-US"/>
        </a:p>
      </dgm:t>
    </dgm:pt>
    <dgm:pt modelId="{EF0F492F-9584-374E-B93D-AA4D42D92D67}">
      <dgm:prSet phldrT="[Text]"/>
      <dgm:spPr/>
      <dgm:t>
        <a:bodyPr/>
        <a:lstStyle/>
        <a:p>
          <a:r>
            <a:rPr lang="en-US" dirty="0"/>
            <a:t>Calculate Transmission Curves</a:t>
          </a:r>
        </a:p>
      </dgm:t>
    </dgm:pt>
    <dgm:pt modelId="{AD1E3102-2258-1A40-B74F-C66DE5CE11C6}" type="sibTrans" cxnId="{577D7D7E-2DA2-6749-9668-B5102CD02B03}">
      <dgm:prSet/>
      <dgm:spPr/>
      <dgm:t>
        <a:bodyPr/>
        <a:lstStyle/>
        <a:p>
          <a:endParaRPr lang="en-US"/>
        </a:p>
      </dgm:t>
    </dgm:pt>
    <dgm:pt modelId="{FA1F06D4-ABB1-2141-BA3F-7D67314B626F}" type="parTrans" cxnId="{577D7D7E-2DA2-6749-9668-B5102CD02B03}">
      <dgm:prSet/>
      <dgm:spPr/>
      <dgm:t>
        <a:bodyPr/>
        <a:lstStyle/>
        <a:p>
          <a:endParaRPr lang="en-US"/>
        </a:p>
      </dgm:t>
    </dgm:pt>
    <dgm:pt modelId="{561FFE9B-759C-A24D-9ECC-E44BDFDD25F3}">
      <dgm:prSet phldrT="[Text]"/>
      <dgm:spPr/>
      <dgm:t>
        <a:bodyPr/>
        <a:lstStyle/>
        <a:p>
          <a:r>
            <a:rPr lang="en-US" dirty="0"/>
            <a:t>Calculate Theoretical X-Ray Photon Ratio</a:t>
          </a:r>
        </a:p>
      </dgm:t>
    </dgm:pt>
    <dgm:pt modelId="{A55455F0-6A90-1A40-ABBF-C61A267EC9A9}" type="sibTrans" cxnId="{6BB514C3-B521-E64F-B19B-3CE8B2D57FF3}">
      <dgm:prSet/>
      <dgm:spPr/>
      <dgm:t>
        <a:bodyPr/>
        <a:lstStyle/>
        <a:p>
          <a:endParaRPr lang="en-US"/>
        </a:p>
      </dgm:t>
    </dgm:pt>
    <dgm:pt modelId="{24D54AF1-E9AF-1F49-B3FE-C3E883F7C4CD}" type="parTrans" cxnId="{6BB514C3-B521-E64F-B19B-3CE8B2D57FF3}">
      <dgm:prSet/>
      <dgm:spPr/>
      <dgm:t>
        <a:bodyPr/>
        <a:lstStyle/>
        <a:p>
          <a:endParaRPr lang="en-US"/>
        </a:p>
      </dgm:t>
    </dgm:pt>
    <dgm:pt modelId="{7441C781-AD54-0C44-8BE4-D18F89B1E4F3}" type="pres">
      <dgm:prSet presAssocID="{442D0B3A-DF98-0F43-8D0B-CD9816DA7B14}" presName="Name0" presStyleCnt="0">
        <dgm:presLayoutVars>
          <dgm:dir/>
          <dgm:resizeHandles val="exact"/>
        </dgm:presLayoutVars>
      </dgm:prSet>
      <dgm:spPr/>
    </dgm:pt>
    <dgm:pt modelId="{1D1F1E3F-F0A5-7B48-9238-68A850E138D8}" type="pres">
      <dgm:prSet presAssocID="{6EA75BE1-5F44-6147-9B73-B7335A68E605}" presName="node" presStyleLbl="node1" presStyleIdx="0" presStyleCnt="3">
        <dgm:presLayoutVars>
          <dgm:bulletEnabled val="1"/>
        </dgm:presLayoutVars>
      </dgm:prSet>
      <dgm:spPr/>
    </dgm:pt>
    <dgm:pt modelId="{9345ABEB-B0AE-0346-BC93-87E583DC02F5}" type="pres">
      <dgm:prSet presAssocID="{5ADD0F67-FBF0-8D40-8FE8-73D3B2412944}" presName="sibTrans" presStyleLbl="sibTrans2D1" presStyleIdx="0" presStyleCnt="2"/>
      <dgm:spPr/>
    </dgm:pt>
    <dgm:pt modelId="{D5D6CC74-DF5A-8946-9DDF-791F44C30AAD}" type="pres">
      <dgm:prSet presAssocID="{5ADD0F67-FBF0-8D40-8FE8-73D3B2412944}" presName="connectorText" presStyleLbl="sibTrans2D1" presStyleIdx="0" presStyleCnt="2"/>
      <dgm:spPr/>
    </dgm:pt>
    <dgm:pt modelId="{62CFDF1E-9217-2346-9436-3D79D62945E2}" type="pres">
      <dgm:prSet presAssocID="{EF0F492F-9584-374E-B93D-AA4D42D92D67}" presName="node" presStyleLbl="node1" presStyleIdx="1" presStyleCnt="3">
        <dgm:presLayoutVars>
          <dgm:bulletEnabled val="1"/>
        </dgm:presLayoutVars>
      </dgm:prSet>
      <dgm:spPr/>
    </dgm:pt>
    <dgm:pt modelId="{00A2B1DF-0886-9943-80E4-548ACDA49BD6}" type="pres">
      <dgm:prSet presAssocID="{AD1E3102-2258-1A40-B74F-C66DE5CE11C6}" presName="sibTrans" presStyleLbl="sibTrans2D1" presStyleIdx="1" presStyleCnt="2"/>
      <dgm:spPr/>
    </dgm:pt>
    <dgm:pt modelId="{4F7CB597-0A6F-9543-81AD-ADA61B49054A}" type="pres">
      <dgm:prSet presAssocID="{AD1E3102-2258-1A40-B74F-C66DE5CE11C6}" presName="connectorText" presStyleLbl="sibTrans2D1" presStyleIdx="1" presStyleCnt="2"/>
      <dgm:spPr/>
    </dgm:pt>
    <dgm:pt modelId="{148E017D-41B8-994D-BB36-C6369EB9F497}" type="pres">
      <dgm:prSet presAssocID="{561FFE9B-759C-A24D-9ECC-E44BDFDD25F3}" presName="node" presStyleLbl="node1" presStyleIdx="2" presStyleCnt="3">
        <dgm:presLayoutVars>
          <dgm:bulletEnabled val="1"/>
        </dgm:presLayoutVars>
      </dgm:prSet>
      <dgm:spPr/>
    </dgm:pt>
  </dgm:ptLst>
  <dgm:cxnLst>
    <dgm:cxn modelId="{382B0F04-204F-B342-9E5A-718CF2B73CFF}" type="presOf" srcId="{EF0F492F-9584-374E-B93D-AA4D42D92D67}" destId="{62CFDF1E-9217-2346-9436-3D79D62945E2}" srcOrd="0" destOrd="0" presId="urn:microsoft.com/office/officeart/2005/8/layout/process1"/>
    <dgm:cxn modelId="{29E9FF43-7D65-A94E-AD82-F6A8F0CCE40F}" srcId="{442D0B3A-DF98-0F43-8D0B-CD9816DA7B14}" destId="{6EA75BE1-5F44-6147-9B73-B7335A68E605}" srcOrd="0" destOrd="0" parTransId="{FEC914A2-11C0-EB48-A271-AD69DBE9BEE8}" sibTransId="{5ADD0F67-FBF0-8D40-8FE8-73D3B2412944}"/>
    <dgm:cxn modelId="{577D7D7E-2DA2-6749-9668-B5102CD02B03}" srcId="{442D0B3A-DF98-0F43-8D0B-CD9816DA7B14}" destId="{EF0F492F-9584-374E-B93D-AA4D42D92D67}" srcOrd="1" destOrd="0" parTransId="{FA1F06D4-ABB1-2141-BA3F-7D67314B626F}" sibTransId="{AD1E3102-2258-1A40-B74F-C66DE5CE11C6}"/>
    <dgm:cxn modelId="{17706681-2C41-E745-A2E6-A815F67CB8FD}" type="presOf" srcId="{6EA75BE1-5F44-6147-9B73-B7335A68E605}" destId="{1D1F1E3F-F0A5-7B48-9238-68A850E138D8}" srcOrd="0" destOrd="0" presId="urn:microsoft.com/office/officeart/2005/8/layout/process1"/>
    <dgm:cxn modelId="{1E58A995-B3FD-7B4B-93B6-ED904A2B50C5}" type="presOf" srcId="{5ADD0F67-FBF0-8D40-8FE8-73D3B2412944}" destId="{9345ABEB-B0AE-0346-BC93-87E583DC02F5}" srcOrd="0" destOrd="0" presId="urn:microsoft.com/office/officeart/2005/8/layout/process1"/>
    <dgm:cxn modelId="{34EB52A2-51A8-6D45-9A29-36A375CAF4C1}" type="presOf" srcId="{AD1E3102-2258-1A40-B74F-C66DE5CE11C6}" destId="{4F7CB597-0A6F-9543-81AD-ADA61B49054A}" srcOrd="1" destOrd="0" presId="urn:microsoft.com/office/officeart/2005/8/layout/process1"/>
    <dgm:cxn modelId="{6BB514C3-B521-E64F-B19B-3CE8B2D57FF3}" srcId="{442D0B3A-DF98-0F43-8D0B-CD9816DA7B14}" destId="{561FFE9B-759C-A24D-9ECC-E44BDFDD25F3}" srcOrd="2" destOrd="0" parTransId="{24D54AF1-E9AF-1F49-B3FE-C3E883F7C4CD}" sibTransId="{A55455F0-6A90-1A40-ABBF-C61A267EC9A9}"/>
    <dgm:cxn modelId="{B98B02C7-E5D1-5247-8B39-C1E5B7EF8825}" type="presOf" srcId="{AD1E3102-2258-1A40-B74F-C66DE5CE11C6}" destId="{00A2B1DF-0886-9943-80E4-548ACDA49BD6}" srcOrd="0" destOrd="0" presId="urn:microsoft.com/office/officeart/2005/8/layout/process1"/>
    <dgm:cxn modelId="{715D92CA-5704-8F4F-AAAD-6874A63771CC}" type="presOf" srcId="{442D0B3A-DF98-0F43-8D0B-CD9816DA7B14}" destId="{7441C781-AD54-0C44-8BE4-D18F89B1E4F3}" srcOrd="0" destOrd="0" presId="urn:microsoft.com/office/officeart/2005/8/layout/process1"/>
    <dgm:cxn modelId="{CDDCA3E1-97C4-F944-BFFD-984AB9AAC0FB}" type="presOf" srcId="{561FFE9B-759C-A24D-9ECC-E44BDFDD25F3}" destId="{148E017D-41B8-994D-BB36-C6369EB9F497}" srcOrd="0" destOrd="0" presId="urn:microsoft.com/office/officeart/2005/8/layout/process1"/>
    <dgm:cxn modelId="{5341A2FB-DB7D-3347-94AA-0D27617B9867}" type="presOf" srcId="{5ADD0F67-FBF0-8D40-8FE8-73D3B2412944}" destId="{D5D6CC74-DF5A-8946-9DDF-791F44C30AAD}" srcOrd="1" destOrd="0" presId="urn:microsoft.com/office/officeart/2005/8/layout/process1"/>
    <dgm:cxn modelId="{255C737B-56AA-4F4C-BBDE-0A582BED63A2}" type="presParOf" srcId="{7441C781-AD54-0C44-8BE4-D18F89B1E4F3}" destId="{1D1F1E3F-F0A5-7B48-9238-68A850E138D8}" srcOrd="0" destOrd="0" presId="urn:microsoft.com/office/officeart/2005/8/layout/process1"/>
    <dgm:cxn modelId="{47BE0FCC-0725-B642-9D3D-9E9B7D807FBE}" type="presParOf" srcId="{7441C781-AD54-0C44-8BE4-D18F89B1E4F3}" destId="{9345ABEB-B0AE-0346-BC93-87E583DC02F5}" srcOrd="1" destOrd="0" presId="urn:microsoft.com/office/officeart/2005/8/layout/process1"/>
    <dgm:cxn modelId="{372109AD-E8C6-9A44-8BAF-2C87E0070815}" type="presParOf" srcId="{9345ABEB-B0AE-0346-BC93-87E583DC02F5}" destId="{D5D6CC74-DF5A-8946-9DDF-791F44C30AAD}" srcOrd="0" destOrd="0" presId="urn:microsoft.com/office/officeart/2005/8/layout/process1"/>
    <dgm:cxn modelId="{90EB2FF6-A8A7-3E45-9BAB-FD5D0B555468}" type="presParOf" srcId="{7441C781-AD54-0C44-8BE4-D18F89B1E4F3}" destId="{62CFDF1E-9217-2346-9436-3D79D62945E2}" srcOrd="2" destOrd="0" presId="urn:microsoft.com/office/officeart/2005/8/layout/process1"/>
    <dgm:cxn modelId="{700ABA9B-AD72-E248-AC0B-2A58C26CCEFA}" type="presParOf" srcId="{7441C781-AD54-0C44-8BE4-D18F89B1E4F3}" destId="{00A2B1DF-0886-9943-80E4-548ACDA49BD6}" srcOrd="3" destOrd="0" presId="urn:microsoft.com/office/officeart/2005/8/layout/process1"/>
    <dgm:cxn modelId="{99739807-4CB0-2346-99B4-FD4AFC056BCA}" type="presParOf" srcId="{00A2B1DF-0886-9943-80E4-548ACDA49BD6}" destId="{4F7CB597-0A6F-9543-81AD-ADA61B49054A}" srcOrd="0" destOrd="0" presId="urn:microsoft.com/office/officeart/2005/8/layout/process1"/>
    <dgm:cxn modelId="{F194A866-5577-F744-BF76-EA9F582AB9DD}" type="presParOf" srcId="{7441C781-AD54-0C44-8BE4-D18F89B1E4F3}" destId="{148E017D-41B8-994D-BB36-C6369EB9F497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3F2927-D6E5-1145-9BE2-0F04D2EE115F}" type="doc">
      <dgm:prSet loTypeId="urn:microsoft.com/office/officeart/2005/8/layout/hierarchy2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037BDE6-787A-0543-AFCB-186FC8BE546F}">
      <dgm:prSet phldrT="[Text]"/>
      <dgm:spPr/>
      <dgm:t>
        <a:bodyPr/>
        <a:lstStyle/>
        <a:p>
          <a:r>
            <a:rPr lang="en-US" b="0" i="0" dirty="0"/>
            <a:t>EstimateElectronTemperature_2D</a:t>
          </a:r>
          <a:endParaRPr lang="en-US" dirty="0"/>
        </a:p>
      </dgm:t>
    </dgm:pt>
    <dgm:pt modelId="{AA340DE2-831B-E447-836E-06EDE983EB38}" type="parTrans" cxnId="{80E12F15-A745-FA47-AAAE-B949261E6E94}">
      <dgm:prSet/>
      <dgm:spPr/>
      <dgm:t>
        <a:bodyPr/>
        <a:lstStyle/>
        <a:p>
          <a:endParaRPr lang="en-US"/>
        </a:p>
      </dgm:t>
    </dgm:pt>
    <dgm:pt modelId="{093ACA80-E45E-6A48-893C-9E60E2FF8F0E}" type="sibTrans" cxnId="{80E12F15-A745-FA47-AAAE-B949261E6E94}">
      <dgm:prSet/>
      <dgm:spPr/>
      <dgm:t>
        <a:bodyPr/>
        <a:lstStyle/>
        <a:p>
          <a:endParaRPr lang="en-US"/>
        </a:p>
      </dgm:t>
    </dgm:pt>
    <dgm:pt modelId="{5FBE8CFD-23E5-094B-874C-C54864BF8244}">
      <dgm:prSet phldrT="[Text]"/>
      <dgm:spPr/>
      <dgm:t>
        <a:bodyPr/>
        <a:lstStyle/>
        <a:p>
          <a:r>
            <a:rPr lang="en-US" dirty="0"/>
            <a:t>GrabParams_v3</a:t>
          </a:r>
        </a:p>
      </dgm:t>
    </dgm:pt>
    <dgm:pt modelId="{A43D4831-641B-8344-9159-A6142C69A6ED}" type="parTrans" cxnId="{885CF5E4-8ECD-184B-9E36-801C14F8ACC8}">
      <dgm:prSet/>
      <dgm:spPr/>
      <dgm:t>
        <a:bodyPr/>
        <a:lstStyle/>
        <a:p>
          <a:endParaRPr lang="en-US"/>
        </a:p>
      </dgm:t>
    </dgm:pt>
    <dgm:pt modelId="{F43E5D75-0959-3544-9173-8E3CA1E03B83}" type="sibTrans" cxnId="{885CF5E4-8ECD-184B-9E36-801C14F8ACC8}">
      <dgm:prSet/>
      <dgm:spPr/>
      <dgm:t>
        <a:bodyPr/>
        <a:lstStyle/>
        <a:p>
          <a:endParaRPr lang="en-US"/>
        </a:p>
      </dgm:t>
    </dgm:pt>
    <dgm:pt modelId="{935C508C-F082-9948-AA67-F1209AADE919}">
      <dgm:prSet phldrT="[Text]"/>
      <dgm:spPr/>
      <dgm:t>
        <a:bodyPr/>
        <a:lstStyle/>
        <a:p>
          <a:r>
            <a:rPr lang="en-US" dirty="0"/>
            <a:t>PinholeAnalysis_2D</a:t>
          </a:r>
        </a:p>
      </dgm:t>
    </dgm:pt>
    <dgm:pt modelId="{6FD4D4BC-BD58-9947-B5EE-4FE5E85576AD}" type="parTrans" cxnId="{3E128B2F-0262-3E4B-A0B1-FCCE30BDEC9F}">
      <dgm:prSet/>
      <dgm:spPr/>
      <dgm:t>
        <a:bodyPr/>
        <a:lstStyle/>
        <a:p>
          <a:endParaRPr lang="en-US"/>
        </a:p>
      </dgm:t>
    </dgm:pt>
    <dgm:pt modelId="{B0C598FD-588C-3344-8F67-3E0DE414BAE5}" type="sibTrans" cxnId="{3E128B2F-0262-3E4B-A0B1-FCCE30BDEC9F}">
      <dgm:prSet/>
      <dgm:spPr/>
      <dgm:t>
        <a:bodyPr/>
        <a:lstStyle/>
        <a:p>
          <a:endParaRPr lang="en-US"/>
        </a:p>
      </dgm:t>
    </dgm:pt>
    <dgm:pt modelId="{344666CC-B520-EA4A-BC22-DF6952FFD7C1}">
      <dgm:prSet phldrT="[Text]"/>
      <dgm:spPr/>
      <dgm:t>
        <a:bodyPr/>
        <a:lstStyle/>
        <a:p>
          <a:r>
            <a:rPr lang="en-US" dirty="0" err="1"/>
            <a:t>FindTemp</a:t>
          </a:r>
          <a:endParaRPr lang="en-US" dirty="0"/>
        </a:p>
      </dgm:t>
    </dgm:pt>
    <dgm:pt modelId="{7514E751-615B-8549-9CBE-103E5DCADD88}" type="parTrans" cxnId="{14B4FF60-AA4B-2D4C-B58D-FEA2E4D07107}">
      <dgm:prSet/>
      <dgm:spPr/>
      <dgm:t>
        <a:bodyPr/>
        <a:lstStyle/>
        <a:p>
          <a:endParaRPr lang="en-US"/>
        </a:p>
      </dgm:t>
    </dgm:pt>
    <dgm:pt modelId="{615BD481-DE04-4F49-AE2B-D370FBECD46E}" type="sibTrans" cxnId="{14B4FF60-AA4B-2D4C-B58D-FEA2E4D07107}">
      <dgm:prSet/>
      <dgm:spPr/>
      <dgm:t>
        <a:bodyPr/>
        <a:lstStyle/>
        <a:p>
          <a:endParaRPr lang="en-US"/>
        </a:p>
      </dgm:t>
    </dgm:pt>
    <dgm:pt modelId="{97BCD6DD-C07E-884B-8E19-93E295C00074}">
      <dgm:prSet phldrT="[Text]"/>
      <dgm:spPr/>
      <dgm:t>
        <a:bodyPr/>
        <a:lstStyle/>
        <a:p>
          <a:r>
            <a:rPr lang="en-US" dirty="0"/>
            <a:t>TheoreticalAnalysis_2D</a:t>
          </a:r>
        </a:p>
      </dgm:t>
    </dgm:pt>
    <dgm:pt modelId="{03AB2624-5F1C-FE49-8B61-63F63F7E09D5}" type="parTrans" cxnId="{8DCDA1CC-D8B5-BA41-893A-752111E31D49}">
      <dgm:prSet/>
      <dgm:spPr/>
      <dgm:t>
        <a:bodyPr/>
        <a:lstStyle/>
        <a:p>
          <a:endParaRPr lang="en-US"/>
        </a:p>
      </dgm:t>
    </dgm:pt>
    <dgm:pt modelId="{C2855CD8-55CE-774C-B25C-D452DD9C57EC}" type="sibTrans" cxnId="{8DCDA1CC-D8B5-BA41-893A-752111E31D49}">
      <dgm:prSet/>
      <dgm:spPr/>
      <dgm:t>
        <a:bodyPr/>
        <a:lstStyle/>
        <a:p>
          <a:endParaRPr lang="en-US"/>
        </a:p>
      </dgm:t>
    </dgm:pt>
    <dgm:pt modelId="{CB7433EE-CDF2-594C-A7E7-21E111212089}">
      <dgm:prSet phldrT="[Text]"/>
      <dgm:spPr/>
      <dgm:t>
        <a:bodyPr/>
        <a:lstStyle/>
        <a:p>
          <a:r>
            <a:rPr lang="en-US" dirty="0"/>
            <a:t>RealUnits2Pixels</a:t>
          </a:r>
        </a:p>
      </dgm:t>
    </dgm:pt>
    <dgm:pt modelId="{B79F20E8-83C2-7F4F-BAFD-99FDAFF17DAA}" type="parTrans" cxnId="{698D2EF8-B01B-E14B-B56C-1A2D819B8D2D}">
      <dgm:prSet/>
      <dgm:spPr/>
      <dgm:t>
        <a:bodyPr/>
        <a:lstStyle/>
        <a:p>
          <a:endParaRPr lang="en-US"/>
        </a:p>
      </dgm:t>
    </dgm:pt>
    <dgm:pt modelId="{E4E492AC-FAEB-B24C-8BDE-0A7E67DD17C4}" type="sibTrans" cxnId="{698D2EF8-B01B-E14B-B56C-1A2D819B8D2D}">
      <dgm:prSet/>
      <dgm:spPr/>
      <dgm:t>
        <a:bodyPr/>
        <a:lstStyle/>
        <a:p>
          <a:endParaRPr lang="en-US"/>
        </a:p>
      </dgm:t>
    </dgm:pt>
    <dgm:pt modelId="{A9C74FDD-428E-9748-BF10-CEFDCBB4DD24}" type="pres">
      <dgm:prSet presAssocID="{283F2927-D6E5-1145-9BE2-0F04D2EE115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182D7F8-02A0-7E4E-874F-384CF2C05EE7}" type="pres">
      <dgm:prSet presAssocID="{5037BDE6-787A-0543-AFCB-186FC8BE546F}" presName="root1" presStyleCnt="0"/>
      <dgm:spPr/>
    </dgm:pt>
    <dgm:pt modelId="{BE504887-F893-2346-B496-006D439E10BD}" type="pres">
      <dgm:prSet presAssocID="{5037BDE6-787A-0543-AFCB-186FC8BE546F}" presName="LevelOneTextNode" presStyleLbl="node0" presStyleIdx="0" presStyleCnt="1">
        <dgm:presLayoutVars>
          <dgm:chPref val="3"/>
        </dgm:presLayoutVars>
      </dgm:prSet>
      <dgm:spPr/>
    </dgm:pt>
    <dgm:pt modelId="{EB1CD523-97FA-6C49-B0FE-B5A8007B0377}" type="pres">
      <dgm:prSet presAssocID="{5037BDE6-787A-0543-AFCB-186FC8BE546F}" presName="level2hierChild" presStyleCnt="0"/>
      <dgm:spPr/>
    </dgm:pt>
    <dgm:pt modelId="{2933B3B8-E2CC-9445-9793-5047CDE046E8}" type="pres">
      <dgm:prSet presAssocID="{A43D4831-641B-8344-9159-A6142C69A6ED}" presName="conn2-1" presStyleLbl="parChTrans1D2" presStyleIdx="0" presStyleCnt="5"/>
      <dgm:spPr/>
    </dgm:pt>
    <dgm:pt modelId="{941160C4-679F-7244-9755-6B718CF22080}" type="pres">
      <dgm:prSet presAssocID="{A43D4831-641B-8344-9159-A6142C69A6ED}" presName="connTx" presStyleLbl="parChTrans1D2" presStyleIdx="0" presStyleCnt="5"/>
      <dgm:spPr/>
    </dgm:pt>
    <dgm:pt modelId="{12A6BEBE-6B12-2442-BF10-3B698308FC31}" type="pres">
      <dgm:prSet presAssocID="{5FBE8CFD-23E5-094B-874C-C54864BF8244}" presName="root2" presStyleCnt="0"/>
      <dgm:spPr/>
    </dgm:pt>
    <dgm:pt modelId="{CE70E31F-59A4-064F-848F-73F20EFCB269}" type="pres">
      <dgm:prSet presAssocID="{5FBE8CFD-23E5-094B-874C-C54864BF8244}" presName="LevelTwoTextNode" presStyleLbl="node2" presStyleIdx="0" presStyleCnt="5">
        <dgm:presLayoutVars>
          <dgm:chPref val="3"/>
        </dgm:presLayoutVars>
      </dgm:prSet>
      <dgm:spPr/>
    </dgm:pt>
    <dgm:pt modelId="{D8A2B023-A54A-8043-8A9D-4E59DC2DE2AA}" type="pres">
      <dgm:prSet presAssocID="{5FBE8CFD-23E5-094B-874C-C54864BF8244}" presName="level3hierChild" presStyleCnt="0"/>
      <dgm:spPr/>
    </dgm:pt>
    <dgm:pt modelId="{77694C65-C3C1-C340-84A2-EB3AB872DD24}" type="pres">
      <dgm:prSet presAssocID="{B79F20E8-83C2-7F4F-BAFD-99FDAFF17DAA}" presName="conn2-1" presStyleLbl="parChTrans1D2" presStyleIdx="1" presStyleCnt="5"/>
      <dgm:spPr/>
    </dgm:pt>
    <dgm:pt modelId="{78F730AE-84F2-EA41-AD45-C6113565B6F4}" type="pres">
      <dgm:prSet presAssocID="{B79F20E8-83C2-7F4F-BAFD-99FDAFF17DAA}" presName="connTx" presStyleLbl="parChTrans1D2" presStyleIdx="1" presStyleCnt="5"/>
      <dgm:spPr/>
    </dgm:pt>
    <dgm:pt modelId="{BD37B941-3037-C74B-B3B7-3A7721776B0D}" type="pres">
      <dgm:prSet presAssocID="{CB7433EE-CDF2-594C-A7E7-21E111212089}" presName="root2" presStyleCnt="0"/>
      <dgm:spPr/>
    </dgm:pt>
    <dgm:pt modelId="{79EE92E2-C4D8-D846-8181-2023AE38B109}" type="pres">
      <dgm:prSet presAssocID="{CB7433EE-CDF2-594C-A7E7-21E111212089}" presName="LevelTwoTextNode" presStyleLbl="node2" presStyleIdx="1" presStyleCnt="5">
        <dgm:presLayoutVars>
          <dgm:chPref val="3"/>
        </dgm:presLayoutVars>
      </dgm:prSet>
      <dgm:spPr/>
    </dgm:pt>
    <dgm:pt modelId="{702F35F1-CFBA-A14F-B6BB-7DB239912839}" type="pres">
      <dgm:prSet presAssocID="{CB7433EE-CDF2-594C-A7E7-21E111212089}" presName="level3hierChild" presStyleCnt="0"/>
      <dgm:spPr/>
    </dgm:pt>
    <dgm:pt modelId="{B58D4D25-2686-EA48-9BB9-BE36ADEC5FFC}" type="pres">
      <dgm:prSet presAssocID="{6FD4D4BC-BD58-9947-B5EE-4FE5E85576AD}" presName="conn2-1" presStyleLbl="parChTrans1D2" presStyleIdx="2" presStyleCnt="5"/>
      <dgm:spPr/>
    </dgm:pt>
    <dgm:pt modelId="{92DC94E0-1964-3945-9177-81282F06C805}" type="pres">
      <dgm:prSet presAssocID="{6FD4D4BC-BD58-9947-B5EE-4FE5E85576AD}" presName="connTx" presStyleLbl="parChTrans1D2" presStyleIdx="2" presStyleCnt="5"/>
      <dgm:spPr/>
    </dgm:pt>
    <dgm:pt modelId="{4EA66365-FF9C-434A-9252-BD8E233ECB7C}" type="pres">
      <dgm:prSet presAssocID="{935C508C-F082-9948-AA67-F1209AADE919}" presName="root2" presStyleCnt="0"/>
      <dgm:spPr/>
    </dgm:pt>
    <dgm:pt modelId="{83068DA1-849D-C643-9B99-D27405DDC2DE}" type="pres">
      <dgm:prSet presAssocID="{935C508C-F082-9948-AA67-F1209AADE919}" presName="LevelTwoTextNode" presStyleLbl="node2" presStyleIdx="2" presStyleCnt="5">
        <dgm:presLayoutVars>
          <dgm:chPref val="3"/>
        </dgm:presLayoutVars>
      </dgm:prSet>
      <dgm:spPr/>
    </dgm:pt>
    <dgm:pt modelId="{25798CE6-3299-BF44-BF1C-DE419C0A51AB}" type="pres">
      <dgm:prSet presAssocID="{935C508C-F082-9948-AA67-F1209AADE919}" presName="level3hierChild" presStyleCnt="0"/>
      <dgm:spPr/>
    </dgm:pt>
    <dgm:pt modelId="{BEF48820-DB85-414C-B700-36B61CFDBA6B}" type="pres">
      <dgm:prSet presAssocID="{03AB2624-5F1C-FE49-8B61-63F63F7E09D5}" presName="conn2-1" presStyleLbl="parChTrans1D2" presStyleIdx="3" presStyleCnt="5"/>
      <dgm:spPr/>
    </dgm:pt>
    <dgm:pt modelId="{F987A34A-CA18-0F42-8684-F42F365DC38E}" type="pres">
      <dgm:prSet presAssocID="{03AB2624-5F1C-FE49-8B61-63F63F7E09D5}" presName="connTx" presStyleLbl="parChTrans1D2" presStyleIdx="3" presStyleCnt="5"/>
      <dgm:spPr/>
    </dgm:pt>
    <dgm:pt modelId="{FF4B9316-3457-DB45-8099-CA5786C8F256}" type="pres">
      <dgm:prSet presAssocID="{97BCD6DD-C07E-884B-8E19-93E295C00074}" presName="root2" presStyleCnt="0"/>
      <dgm:spPr/>
    </dgm:pt>
    <dgm:pt modelId="{1AC2A6E3-75AA-0D4F-9C65-3FB92BCB323F}" type="pres">
      <dgm:prSet presAssocID="{97BCD6DD-C07E-884B-8E19-93E295C00074}" presName="LevelTwoTextNode" presStyleLbl="node2" presStyleIdx="3" presStyleCnt="5">
        <dgm:presLayoutVars>
          <dgm:chPref val="3"/>
        </dgm:presLayoutVars>
      </dgm:prSet>
      <dgm:spPr/>
    </dgm:pt>
    <dgm:pt modelId="{35B864A6-4FC4-CE4E-9877-D2F31ECEE30B}" type="pres">
      <dgm:prSet presAssocID="{97BCD6DD-C07E-884B-8E19-93E295C00074}" presName="level3hierChild" presStyleCnt="0"/>
      <dgm:spPr/>
    </dgm:pt>
    <dgm:pt modelId="{4A1F5D4F-441B-1E45-B72C-2C62EBA018E1}" type="pres">
      <dgm:prSet presAssocID="{7514E751-615B-8549-9CBE-103E5DCADD88}" presName="conn2-1" presStyleLbl="parChTrans1D2" presStyleIdx="4" presStyleCnt="5"/>
      <dgm:spPr/>
    </dgm:pt>
    <dgm:pt modelId="{7073901A-E4CB-C24B-9F93-D0766DCA6923}" type="pres">
      <dgm:prSet presAssocID="{7514E751-615B-8549-9CBE-103E5DCADD88}" presName="connTx" presStyleLbl="parChTrans1D2" presStyleIdx="4" presStyleCnt="5"/>
      <dgm:spPr/>
    </dgm:pt>
    <dgm:pt modelId="{575F2AD6-EDB4-2D46-933C-19E4C1C4D90F}" type="pres">
      <dgm:prSet presAssocID="{344666CC-B520-EA4A-BC22-DF6952FFD7C1}" presName="root2" presStyleCnt="0"/>
      <dgm:spPr/>
    </dgm:pt>
    <dgm:pt modelId="{F758A10B-4D6B-B443-8E98-36FE6148F9C8}" type="pres">
      <dgm:prSet presAssocID="{344666CC-B520-EA4A-BC22-DF6952FFD7C1}" presName="LevelTwoTextNode" presStyleLbl="node2" presStyleIdx="4" presStyleCnt="5">
        <dgm:presLayoutVars>
          <dgm:chPref val="3"/>
        </dgm:presLayoutVars>
      </dgm:prSet>
      <dgm:spPr/>
    </dgm:pt>
    <dgm:pt modelId="{DC92768C-9418-9649-BEEA-A6F40F3300E9}" type="pres">
      <dgm:prSet presAssocID="{344666CC-B520-EA4A-BC22-DF6952FFD7C1}" presName="level3hierChild" presStyleCnt="0"/>
      <dgm:spPr/>
    </dgm:pt>
  </dgm:ptLst>
  <dgm:cxnLst>
    <dgm:cxn modelId="{167ECA11-AD3B-8344-8E02-FB68BD9E646B}" type="presOf" srcId="{03AB2624-5F1C-FE49-8B61-63F63F7E09D5}" destId="{F987A34A-CA18-0F42-8684-F42F365DC38E}" srcOrd="1" destOrd="0" presId="urn:microsoft.com/office/officeart/2005/8/layout/hierarchy2"/>
    <dgm:cxn modelId="{80E12F15-A745-FA47-AAAE-B949261E6E94}" srcId="{283F2927-D6E5-1145-9BE2-0F04D2EE115F}" destId="{5037BDE6-787A-0543-AFCB-186FC8BE546F}" srcOrd="0" destOrd="0" parTransId="{AA340DE2-831B-E447-836E-06EDE983EB38}" sibTransId="{093ACA80-E45E-6A48-893C-9E60E2FF8F0E}"/>
    <dgm:cxn modelId="{E5C4482D-0DA5-E441-98C2-5FD58FAC138E}" type="presOf" srcId="{A43D4831-641B-8344-9159-A6142C69A6ED}" destId="{941160C4-679F-7244-9755-6B718CF22080}" srcOrd="1" destOrd="0" presId="urn:microsoft.com/office/officeart/2005/8/layout/hierarchy2"/>
    <dgm:cxn modelId="{3E128B2F-0262-3E4B-A0B1-FCCE30BDEC9F}" srcId="{5037BDE6-787A-0543-AFCB-186FC8BE546F}" destId="{935C508C-F082-9948-AA67-F1209AADE919}" srcOrd="2" destOrd="0" parTransId="{6FD4D4BC-BD58-9947-B5EE-4FE5E85576AD}" sibTransId="{B0C598FD-588C-3344-8F67-3E0DE414BAE5}"/>
    <dgm:cxn modelId="{E96D2F5B-768F-BF49-BF4E-93232953DF61}" type="presOf" srcId="{5FBE8CFD-23E5-094B-874C-C54864BF8244}" destId="{CE70E31F-59A4-064F-848F-73F20EFCB269}" srcOrd="0" destOrd="0" presId="urn:microsoft.com/office/officeart/2005/8/layout/hierarchy2"/>
    <dgm:cxn modelId="{14B4FF60-AA4B-2D4C-B58D-FEA2E4D07107}" srcId="{5037BDE6-787A-0543-AFCB-186FC8BE546F}" destId="{344666CC-B520-EA4A-BC22-DF6952FFD7C1}" srcOrd="4" destOrd="0" parTransId="{7514E751-615B-8549-9CBE-103E5DCADD88}" sibTransId="{615BD481-DE04-4F49-AE2B-D370FBECD46E}"/>
    <dgm:cxn modelId="{F87A9677-3B66-5849-9956-BCC587E72F72}" type="presOf" srcId="{935C508C-F082-9948-AA67-F1209AADE919}" destId="{83068DA1-849D-C643-9B99-D27405DDC2DE}" srcOrd="0" destOrd="0" presId="urn:microsoft.com/office/officeart/2005/8/layout/hierarchy2"/>
    <dgm:cxn modelId="{046C2E7E-A65A-0D43-8AD3-91568CB102F4}" type="presOf" srcId="{03AB2624-5F1C-FE49-8B61-63F63F7E09D5}" destId="{BEF48820-DB85-414C-B700-36B61CFDBA6B}" srcOrd="0" destOrd="0" presId="urn:microsoft.com/office/officeart/2005/8/layout/hierarchy2"/>
    <dgm:cxn modelId="{BFBCB689-DA8F-564C-8DA8-F95AD4FB1AFF}" type="presOf" srcId="{B79F20E8-83C2-7F4F-BAFD-99FDAFF17DAA}" destId="{78F730AE-84F2-EA41-AD45-C6113565B6F4}" srcOrd="1" destOrd="0" presId="urn:microsoft.com/office/officeart/2005/8/layout/hierarchy2"/>
    <dgm:cxn modelId="{E87A3193-5334-4F45-ACD1-6B2F82AB4775}" type="presOf" srcId="{A43D4831-641B-8344-9159-A6142C69A6ED}" destId="{2933B3B8-E2CC-9445-9793-5047CDE046E8}" srcOrd="0" destOrd="0" presId="urn:microsoft.com/office/officeart/2005/8/layout/hierarchy2"/>
    <dgm:cxn modelId="{A228A3AE-7237-E64E-938E-9A8C8BB852C2}" type="presOf" srcId="{B79F20E8-83C2-7F4F-BAFD-99FDAFF17DAA}" destId="{77694C65-C3C1-C340-84A2-EB3AB872DD24}" srcOrd="0" destOrd="0" presId="urn:microsoft.com/office/officeart/2005/8/layout/hierarchy2"/>
    <dgm:cxn modelId="{F14E08AF-A180-6942-8E11-89C7FB082112}" type="presOf" srcId="{97BCD6DD-C07E-884B-8E19-93E295C00074}" destId="{1AC2A6E3-75AA-0D4F-9C65-3FB92BCB323F}" srcOrd="0" destOrd="0" presId="urn:microsoft.com/office/officeart/2005/8/layout/hierarchy2"/>
    <dgm:cxn modelId="{C91C98B4-24DC-7142-9527-D9819D8EDEE9}" type="presOf" srcId="{283F2927-D6E5-1145-9BE2-0F04D2EE115F}" destId="{A9C74FDD-428E-9748-BF10-CEFDCBB4DD24}" srcOrd="0" destOrd="0" presId="urn:microsoft.com/office/officeart/2005/8/layout/hierarchy2"/>
    <dgm:cxn modelId="{2C9796C3-469C-0F44-8949-28EA15F110D8}" type="presOf" srcId="{CB7433EE-CDF2-594C-A7E7-21E111212089}" destId="{79EE92E2-C4D8-D846-8181-2023AE38B109}" srcOrd="0" destOrd="0" presId="urn:microsoft.com/office/officeart/2005/8/layout/hierarchy2"/>
    <dgm:cxn modelId="{F7F762CC-4E0C-9F43-86AE-55EE8E09DF7F}" type="presOf" srcId="{344666CC-B520-EA4A-BC22-DF6952FFD7C1}" destId="{F758A10B-4D6B-B443-8E98-36FE6148F9C8}" srcOrd="0" destOrd="0" presId="urn:microsoft.com/office/officeart/2005/8/layout/hierarchy2"/>
    <dgm:cxn modelId="{8DCDA1CC-D8B5-BA41-893A-752111E31D49}" srcId="{5037BDE6-787A-0543-AFCB-186FC8BE546F}" destId="{97BCD6DD-C07E-884B-8E19-93E295C00074}" srcOrd="3" destOrd="0" parTransId="{03AB2624-5F1C-FE49-8B61-63F63F7E09D5}" sibTransId="{C2855CD8-55CE-774C-B25C-D452DD9C57EC}"/>
    <dgm:cxn modelId="{C168E0D2-6047-154D-82E6-1629BE1B24FD}" type="presOf" srcId="{5037BDE6-787A-0543-AFCB-186FC8BE546F}" destId="{BE504887-F893-2346-B496-006D439E10BD}" srcOrd="0" destOrd="0" presId="urn:microsoft.com/office/officeart/2005/8/layout/hierarchy2"/>
    <dgm:cxn modelId="{92C025DC-11BC-4841-B537-2A2BB960FC4F}" type="presOf" srcId="{6FD4D4BC-BD58-9947-B5EE-4FE5E85576AD}" destId="{92DC94E0-1964-3945-9177-81282F06C805}" srcOrd="1" destOrd="0" presId="urn:microsoft.com/office/officeart/2005/8/layout/hierarchy2"/>
    <dgm:cxn modelId="{6160A9E4-6401-CF45-A684-DC61F9B4C6CC}" type="presOf" srcId="{7514E751-615B-8549-9CBE-103E5DCADD88}" destId="{4A1F5D4F-441B-1E45-B72C-2C62EBA018E1}" srcOrd="0" destOrd="0" presId="urn:microsoft.com/office/officeart/2005/8/layout/hierarchy2"/>
    <dgm:cxn modelId="{885CF5E4-8ECD-184B-9E36-801C14F8ACC8}" srcId="{5037BDE6-787A-0543-AFCB-186FC8BE546F}" destId="{5FBE8CFD-23E5-094B-874C-C54864BF8244}" srcOrd="0" destOrd="0" parTransId="{A43D4831-641B-8344-9159-A6142C69A6ED}" sibTransId="{F43E5D75-0959-3544-9173-8E3CA1E03B83}"/>
    <dgm:cxn modelId="{E33707ED-29C4-5B4E-9EFB-65BBDC22BCF1}" type="presOf" srcId="{6FD4D4BC-BD58-9947-B5EE-4FE5E85576AD}" destId="{B58D4D25-2686-EA48-9BB9-BE36ADEC5FFC}" srcOrd="0" destOrd="0" presId="urn:microsoft.com/office/officeart/2005/8/layout/hierarchy2"/>
    <dgm:cxn modelId="{2A14EFF4-C055-FB4B-B3F5-45839B758E92}" type="presOf" srcId="{7514E751-615B-8549-9CBE-103E5DCADD88}" destId="{7073901A-E4CB-C24B-9F93-D0766DCA6923}" srcOrd="1" destOrd="0" presId="urn:microsoft.com/office/officeart/2005/8/layout/hierarchy2"/>
    <dgm:cxn modelId="{698D2EF8-B01B-E14B-B56C-1A2D819B8D2D}" srcId="{5037BDE6-787A-0543-AFCB-186FC8BE546F}" destId="{CB7433EE-CDF2-594C-A7E7-21E111212089}" srcOrd="1" destOrd="0" parTransId="{B79F20E8-83C2-7F4F-BAFD-99FDAFF17DAA}" sibTransId="{E4E492AC-FAEB-B24C-8BDE-0A7E67DD17C4}"/>
    <dgm:cxn modelId="{7CE6829D-88A4-9441-828F-DB5BD601B2B3}" type="presParOf" srcId="{A9C74FDD-428E-9748-BF10-CEFDCBB4DD24}" destId="{4182D7F8-02A0-7E4E-874F-384CF2C05EE7}" srcOrd="0" destOrd="0" presId="urn:microsoft.com/office/officeart/2005/8/layout/hierarchy2"/>
    <dgm:cxn modelId="{91D4A482-504F-9644-8ABC-451B898EFD1F}" type="presParOf" srcId="{4182D7F8-02A0-7E4E-874F-384CF2C05EE7}" destId="{BE504887-F893-2346-B496-006D439E10BD}" srcOrd="0" destOrd="0" presId="urn:microsoft.com/office/officeart/2005/8/layout/hierarchy2"/>
    <dgm:cxn modelId="{81635F51-61FE-4E4D-81EC-A8E021089CF4}" type="presParOf" srcId="{4182D7F8-02A0-7E4E-874F-384CF2C05EE7}" destId="{EB1CD523-97FA-6C49-B0FE-B5A8007B0377}" srcOrd="1" destOrd="0" presId="urn:microsoft.com/office/officeart/2005/8/layout/hierarchy2"/>
    <dgm:cxn modelId="{F72C20C0-5572-F044-B326-D5E75B7E9E5B}" type="presParOf" srcId="{EB1CD523-97FA-6C49-B0FE-B5A8007B0377}" destId="{2933B3B8-E2CC-9445-9793-5047CDE046E8}" srcOrd="0" destOrd="0" presId="urn:microsoft.com/office/officeart/2005/8/layout/hierarchy2"/>
    <dgm:cxn modelId="{8651DD28-0D22-2C4C-A1CC-28F545063ABF}" type="presParOf" srcId="{2933B3B8-E2CC-9445-9793-5047CDE046E8}" destId="{941160C4-679F-7244-9755-6B718CF22080}" srcOrd="0" destOrd="0" presId="urn:microsoft.com/office/officeart/2005/8/layout/hierarchy2"/>
    <dgm:cxn modelId="{B7C5C6D1-89D9-3448-B252-692C575927EA}" type="presParOf" srcId="{EB1CD523-97FA-6C49-B0FE-B5A8007B0377}" destId="{12A6BEBE-6B12-2442-BF10-3B698308FC31}" srcOrd="1" destOrd="0" presId="urn:microsoft.com/office/officeart/2005/8/layout/hierarchy2"/>
    <dgm:cxn modelId="{A71BD644-429B-FC49-A701-7F9D19AC9CD7}" type="presParOf" srcId="{12A6BEBE-6B12-2442-BF10-3B698308FC31}" destId="{CE70E31F-59A4-064F-848F-73F20EFCB269}" srcOrd="0" destOrd="0" presId="urn:microsoft.com/office/officeart/2005/8/layout/hierarchy2"/>
    <dgm:cxn modelId="{E1217934-F40B-3645-8703-0A0A8EF2AB21}" type="presParOf" srcId="{12A6BEBE-6B12-2442-BF10-3B698308FC31}" destId="{D8A2B023-A54A-8043-8A9D-4E59DC2DE2AA}" srcOrd="1" destOrd="0" presId="urn:microsoft.com/office/officeart/2005/8/layout/hierarchy2"/>
    <dgm:cxn modelId="{5466E356-F081-A542-92D2-4D8971785377}" type="presParOf" srcId="{EB1CD523-97FA-6C49-B0FE-B5A8007B0377}" destId="{77694C65-C3C1-C340-84A2-EB3AB872DD24}" srcOrd="2" destOrd="0" presId="urn:microsoft.com/office/officeart/2005/8/layout/hierarchy2"/>
    <dgm:cxn modelId="{7B4F5CCE-F6BA-B24E-BBF3-D5783E85C640}" type="presParOf" srcId="{77694C65-C3C1-C340-84A2-EB3AB872DD24}" destId="{78F730AE-84F2-EA41-AD45-C6113565B6F4}" srcOrd="0" destOrd="0" presId="urn:microsoft.com/office/officeart/2005/8/layout/hierarchy2"/>
    <dgm:cxn modelId="{3F70698F-7879-644A-B209-791D6735BCBD}" type="presParOf" srcId="{EB1CD523-97FA-6C49-B0FE-B5A8007B0377}" destId="{BD37B941-3037-C74B-B3B7-3A7721776B0D}" srcOrd="3" destOrd="0" presId="urn:microsoft.com/office/officeart/2005/8/layout/hierarchy2"/>
    <dgm:cxn modelId="{90905461-40AC-8747-88FF-E3E755D6919B}" type="presParOf" srcId="{BD37B941-3037-C74B-B3B7-3A7721776B0D}" destId="{79EE92E2-C4D8-D846-8181-2023AE38B109}" srcOrd="0" destOrd="0" presId="urn:microsoft.com/office/officeart/2005/8/layout/hierarchy2"/>
    <dgm:cxn modelId="{F65B157D-BA47-7646-B59B-EAEAFC497A3B}" type="presParOf" srcId="{BD37B941-3037-C74B-B3B7-3A7721776B0D}" destId="{702F35F1-CFBA-A14F-B6BB-7DB239912839}" srcOrd="1" destOrd="0" presId="urn:microsoft.com/office/officeart/2005/8/layout/hierarchy2"/>
    <dgm:cxn modelId="{F5E25A1E-039B-DC4B-B697-0B762715E40A}" type="presParOf" srcId="{EB1CD523-97FA-6C49-B0FE-B5A8007B0377}" destId="{B58D4D25-2686-EA48-9BB9-BE36ADEC5FFC}" srcOrd="4" destOrd="0" presId="urn:microsoft.com/office/officeart/2005/8/layout/hierarchy2"/>
    <dgm:cxn modelId="{44D01CB9-F03C-0145-9A27-7E924CF41E4A}" type="presParOf" srcId="{B58D4D25-2686-EA48-9BB9-BE36ADEC5FFC}" destId="{92DC94E0-1964-3945-9177-81282F06C805}" srcOrd="0" destOrd="0" presId="urn:microsoft.com/office/officeart/2005/8/layout/hierarchy2"/>
    <dgm:cxn modelId="{EA7872FA-0B11-194E-AE18-15DE12F0DF22}" type="presParOf" srcId="{EB1CD523-97FA-6C49-B0FE-B5A8007B0377}" destId="{4EA66365-FF9C-434A-9252-BD8E233ECB7C}" srcOrd="5" destOrd="0" presId="urn:microsoft.com/office/officeart/2005/8/layout/hierarchy2"/>
    <dgm:cxn modelId="{018986D1-FBE8-C149-9EC2-0C60FB253A28}" type="presParOf" srcId="{4EA66365-FF9C-434A-9252-BD8E233ECB7C}" destId="{83068DA1-849D-C643-9B99-D27405DDC2DE}" srcOrd="0" destOrd="0" presId="urn:microsoft.com/office/officeart/2005/8/layout/hierarchy2"/>
    <dgm:cxn modelId="{AABDDCDF-0F50-D94C-B0B4-2541BE4268D8}" type="presParOf" srcId="{4EA66365-FF9C-434A-9252-BD8E233ECB7C}" destId="{25798CE6-3299-BF44-BF1C-DE419C0A51AB}" srcOrd="1" destOrd="0" presId="urn:microsoft.com/office/officeart/2005/8/layout/hierarchy2"/>
    <dgm:cxn modelId="{0F84E772-2E23-8448-9C04-FE61DB7F0391}" type="presParOf" srcId="{EB1CD523-97FA-6C49-B0FE-B5A8007B0377}" destId="{BEF48820-DB85-414C-B700-36B61CFDBA6B}" srcOrd="6" destOrd="0" presId="urn:microsoft.com/office/officeart/2005/8/layout/hierarchy2"/>
    <dgm:cxn modelId="{E5B4CA11-5225-C64F-BCD4-7F6E2B107F0E}" type="presParOf" srcId="{BEF48820-DB85-414C-B700-36B61CFDBA6B}" destId="{F987A34A-CA18-0F42-8684-F42F365DC38E}" srcOrd="0" destOrd="0" presId="urn:microsoft.com/office/officeart/2005/8/layout/hierarchy2"/>
    <dgm:cxn modelId="{C9310C11-1EAA-8C46-BFC4-6C422C9326AB}" type="presParOf" srcId="{EB1CD523-97FA-6C49-B0FE-B5A8007B0377}" destId="{FF4B9316-3457-DB45-8099-CA5786C8F256}" srcOrd="7" destOrd="0" presId="urn:microsoft.com/office/officeart/2005/8/layout/hierarchy2"/>
    <dgm:cxn modelId="{AE453ED4-6224-1847-982F-05E5DC4FF982}" type="presParOf" srcId="{FF4B9316-3457-DB45-8099-CA5786C8F256}" destId="{1AC2A6E3-75AA-0D4F-9C65-3FB92BCB323F}" srcOrd="0" destOrd="0" presId="urn:microsoft.com/office/officeart/2005/8/layout/hierarchy2"/>
    <dgm:cxn modelId="{C0041632-0935-4B4F-88C0-6E97D03F43D8}" type="presParOf" srcId="{FF4B9316-3457-DB45-8099-CA5786C8F256}" destId="{35B864A6-4FC4-CE4E-9877-D2F31ECEE30B}" srcOrd="1" destOrd="0" presId="urn:microsoft.com/office/officeart/2005/8/layout/hierarchy2"/>
    <dgm:cxn modelId="{CE605848-1B0D-544F-B99B-348CA871FBE4}" type="presParOf" srcId="{EB1CD523-97FA-6C49-B0FE-B5A8007B0377}" destId="{4A1F5D4F-441B-1E45-B72C-2C62EBA018E1}" srcOrd="8" destOrd="0" presId="urn:microsoft.com/office/officeart/2005/8/layout/hierarchy2"/>
    <dgm:cxn modelId="{B016BE38-7487-EF46-9F53-E18581E5C9A2}" type="presParOf" srcId="{4A1F5D4F-441B-1E45-B72C-2C62EBA018E1}" destId="{7073901A-E4CB-C24B-9F93-D0766DCA6923}" srcOrd="0" destOrd="0" presId="urn:microsoft.com/office/officeart/2005/8/layout/hierarchy2"/>
    <dgm:cxn modelId="{377FA0F0-0009-6A44-8236-FE61B173B6CD}" type="presParOf" srcId="{EB1CD523-97FA-6C49-B0FE-B5A8007B0377}" destId="{575F2AD6-EDB4-2D46-933C-19E4C1C4D90F}" srcOrd="9" destOrd="0" presId="urn:microsoft.com/office/officeart/2005/8/layout/hierarchy2"/>
    <dgm:cxn modelId="{2D1704C3-F44C-C143-8DAA-B908188E1B3C}" type="presParOf" srcId="{575F2AD6-EDB4-2D46-933C-19E4C1C4D90F}" destId="{F758A10B-4D6B-B443-8E98-36FE6148F9C8}" srcOrd="0" destOrd="0" presId="urn:microsoft.com/office/officeart/2005/8/layout/hierarchy2"/>
    <dgm:cxn modelId="{E655ABBC-6787-4144-9776-C9AD1684C48B}" type="presParOf" srcId="{575F2AD6-EDB4-2D46-933C-19E4C1C4D90F}" destId="{DC92768C-9418-9649-BEEA-A6F40F3300E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3F2927-D6E5-1145-9BE2-0F04D2EE115F}" type="doc">
      <dgm:prSet loTypeId="urn:microsoft.com/office/officeart/2005/8/layout/hierarchy2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037BDE6-787A-0543-AFCB-186FC8BE546F}">
      <dgm:prSet phldrT="[Text]"/>
      <dgm:spPr>
        <a:solidFill>
          <a:schemeClr val="accent6"/>
        </a:solidFill>
      </dgm:spPr>
      <dgm:t>
        <a:bodyPr/>
        <a:lstStyle/>
        <a:p>
          <a:r>
            <a:rPr lang="en-US" b="0" i="0" dirty="0"/>
            <a:t>PinholeAnalysis_2D</a:t>
          </a:r>
          <a:endParaRPr lang="en-US" dirty="0"/>
        </a:p>
      </dgm:t>
    </dgm:pt>
    <dgm:pt modelId="{AA340DE2-831B-E447-836E-06EDE983EB38}" type="parTrans" cxnId="{80E12F15-A745-FA47-AAAE-B949261E6E94}">
      <dgm:prSet/>
      <dgm:spPr/>
      <dgm:t>
        <a:bodyPr/>
        <a:lstStyle/>
        <a:p>
          <a:endParaRPr lang="en-US"/>
        </a:p>
      </dgm:t>
    </dgm:pt>
    <dgm:pt modelId="{093ACA80-E45E-6A48-893C-9E60E2FF8F0E}" type="sibTrans" cxnId="{80E12F15-A745-FA47-AAAE-B949261E6E94}">
      <dgm:prSet/>
      <dgm:spPr/>
      <dgm:t>
        <a:bodyPr/>
        <a:lstStyle/>
        <a:p>
          <a:endParaRPr lang="en-US"/>
        </a:p>
      </dgm:t>
    </dgm:pt>
    <dgm:pt modelId="{935C508C-F082-9948-AA67-F1209AADE919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 err="1"/>
            <a:t>MakeProcessedData</a:t>
          </a:r>
          <a:endParaRPr lang="en-US" dirty="0"/>
        </a:p>
      </dgm:t>
    </dgm:pt>
    <dgm:pt modelId="{6FD4D4BC-BD58-9947-B5EE-4FE5E85576AD}" type="parTrans" cxnId="{3E128B2F-0262-3E4B-A0B1-FCCE30BDEC9F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B0C598FD-588C-3344-8F67-3E0DE414BAE5}" type="sibTrans" cxnId="{3E128B2F-0262-3E4B-A0B1-FCCE30BDEC9F}">
      <dgm:prSet/>
      <dgm:spPr/>
      <dgm:t>
        <a:bodyPr/>
        <a:lstStyle/>
        <a:p>
          <a:endParaRPr lang="en-US"/>
        </a:p>
      </dgm:t>
    </dgm:pt>
    <dgm:pt modelId="{344666CC-B520-EA4A-BC22-DF6952FFD7C1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SelectPinhole_2D</a:t>
          </a:r>
        </a:p>
      </dgm:t>
    </dgm:pt>
    <dgm:pt modelId="{7514E751-615B-8549-9CBE-103E5DCADD88}" type="parTrans" cxnId="{14B4FF60-AA4B-2D4C-B58D-FEA2E4D07107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615BD481-DE04-4F49-AE2B-D370FBECD46E}" type="sibTrans" cxnId="{14B4FF60-AA4B-2D4C-B58D-FEA2E4D07107}">
      <dgm:prSet/>
      <dgm:spPr/>
      <dgm:t>
        <a:bodyPr/>
        <a:lstStyle/>
        <a:p>
          <a:endParaRPr lang="en-US"/>
        </a:p>
      </dgm:t>
    </dgm:pt>
    <dgm:pt modelId="{99519DF4-99C1-E840-A5BB-07A667765B88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 err="1"/>
            <a:t>SwitchPinholes</a:t>
          </a:r>
          <a:endParaRPr lang="en-US" dirty="0"/>
        </a:p>
      </dgm:t>
    </dgm:pt>
    <dgm:pt modelId="{5A1DAFED-7BB3-1748-BA7A-D0B9A95DC7EF}" type="parTrans" cxnId="{D1CF88EA-12EA-BA49-8171-69776BAE6C1A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537800D4-7E05-7C47-8586-EC2DFD9A982E}" type="sibTrans" cxnId="{D1CF88EA-12EA-BA49-8171-69776BAE6C1A}">
      <dgm:prSet/>
      <dgm:spPr/>
      <dgm:t>
        <a:bodyPr/>
        <a:lstStyle/>
        <a:p>
          <a:endParaRPr lang="en-US"/>
        </a:p>
      </dgm:t>
    </dgm:pt>
    <dgm:pt modelId="{2AD3638E-9BCB-F942-8ACB-8C3A271F1B7C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AlignPinholes_2D</a:t>
          </a:r>
        </a:p>
      </dgm:t>
    </dgm:pt>
    <dgm:pt modelId="{093CA8F6-AB5E-E348-A68B-C082E695041F}" type="parTrans" cxnId="{8FF5BFDB-88F8-9C4B-A77D-ECD5BB920292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A0D14AE7-7CB0-5248-B102-C573282DE71C}" type="sibTrans" cxnId="{8FF5BFDB-88F8-9C4B-A77D-ECD5BB920292}">
      <dgm:prSet/>
      <dgm:spPr/>
      <dgm:t>
        <a:bodyPr/>
        <a:lstStyle/>
        <a:p>
          <a:endParaRPr lang="en-US"/>
        </a:p>
      </dgm:t>
    </dgm:pt>
    <dgm:pt modelId="{639DF0F0-AF13-0143-A371-752E50FC9290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 err="1"/>
            <a:t>ProcessPinholes</a:t>
          </a:r>
          <a:endParaRPr lang="en-US" dirty="0"/>
        </a:p>
      </dgm:t>
    </dgm:pt>
    <dgm:pt modelId="{EFEA9F87-08ED-3D42-BE12-09CA4F450B3A}" type="parTrans" cxnId="{16812677-B730-D64F-AE46-A471FE9FF4F8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3A23B0F0-E955-9E4B-BF79-A352780ECC43}" type="sibTrans" cxnId="{16812677-B730-D64F-AE46-A471FE9FF4F8}">
      <dgm:prSet/>
      <dgm:spPr/>
      <dgm:t>
        <a:bodyPr/>
        <a:lstStyle/>
        <a:p>
          <a:endParaRPr lang="en-US"/>
        </a:p>
      </dgm:t>
    </dgm:pt>
    <dgm:pt modelId="{37489E98-F85C-7F42-8A43-0506DCB34FFC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BinningAlgorithm_v2</a:t>
          </a:r>
        </a:p>
      </dgm:t>
    </dgm:pt>
    <dgm:pt modelId="{9075D543-3929-5E46-B758-3AFEE9440CC9}" type="parTrans" cxnId="{C13277B6-58A5-AB4B-A421-978429BF8DEB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D83D03B8-4D80-6946-8702-A3F5C1833AC4}" type="sibTrans" cxnId="{C13277B6-58A5-AB4B-A421-978429BF8DEB}">
      <dgm:prSet/>
      <dgm:spPr/>
      <dgm:t>
        <a:bodyPr/>
        <a:lstStyle/>
        <a:p>
          <a:endParaRPr lang="en-US"/>
        </a:p>
      </dgm:t>
    </dgm:pt>
    <dgm:pt modelId="{66FF26DC-CF69-4B4D-A2B4-A42341817BCA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GrabParams_v3</a:t>
          </a:r>
        </a:p>
      </dgm:t>
    </dgm:pt>
    <dgm:pt modelId="{A17D0F5F-6C72-B144-A2C9-0D099196EB1B}" type="parTrans" cxnId="{D6C1310D-B538-E742-851D-DBEA0AC9C5E5}">
      <dgm:prSet/>
      <dgm:spPr>
        <a:ln>
          <a:solidFill>
            <a:srgbClr val="7030A0"/>
          </a:solidFill>
        </a:ln>
      </dgm:spPr>
      <dgm:t>
        <a:bodyPr/>
        <a:lstStyle/>
        <a:p>
          <a:endParaRPr lang="en-US"/>
        </a:p>
      </dgm:t>
    </dgm:pt>
    <dgm:pt modelId="{5614D0BD-0F3F-A348-B861-B9C9919ACFAD}" type="sibTrans" cxnId="{D6C1310D-B538-E742-851D-DBEA0AC9C5E5}">
      <dgm:prSet/>
      <dgm:spPr/>
      <dgm:t>
        <a:bodyPr/>
        <a:lstStyle/>
        <a:p>
          <a:endParaRPr lang="en-US"/>
        </a:p>
      </dgm:t>
    </dgm:pt>
    <dgm:pt modelId="{C3475144-502F-DB42-9D9F-5863C54DDA5B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 err="1"/>
            <a:t>GrabCalParams</a:t>
          </a:r>
          <a:endParaRPr lang="en-US" dirty="0"/>
        </a:p>
      </dgm:t>
    </dgm:pt>
    <dgm:pt modelId="{856785D4-4099-2B4E-9356-A7162F4E3D06}" type="parTrans" cxnId="{96C93E2C-2CE0-7C41-AD1F-4D14190A1D55}">
      <dgm:prSet/>
      <dgm:spPr>
        <a:ln>
          <a:solidFill>
            <a:srgbClr val="7030A0"/>
          </a:solidFill>
        </a:ln>
      </dgm:spPr>
      <dgm:t>
        <a:bodyPr/>
        <a:lstStyle/>
        <a:p>
          <a:endParaRPr lang="en-US"/>
        </a:p>
      </dgm:t>
    </dgm:pt>
    <dgm:pt modelId="{28EDDD50-14B5-AA40-95DA-67DC29DB23D0}" type="sibTrans" cxnId="{96C93E2C-2CE0-7C41-AD1F-4D14190A1D55}">
      <dgm:prSet/>
      <dgm:spPr/>
      <dgm:t>
        <a:bodyPr/>
        <a:lstStyle/>
        <a:p>
          <a:endParaRPr lang="en-US"/>
        </a:p>
      </dgm:t>
    </dgm:pt>
    <dgm:pt modelId="{83CF8C0A-7D19-9F41-AF97-B8770213ABC4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ReadHDF5Data</a:t>
          </a:r>
        </a:p>
      </dgm:t>
    </dgm:pt>
    <dgm:pt modelId="{2BCC58DE-5A96-FF42-B5E7-0E201E9C6A2D}" type="parTrans" cxnId="{9925A49C-CFC7-A642-A854-F0FEF3AC00B5}">
      <dgm:prSet/>
      <dgm:spPr>
        <a:ln>
          <a:solidFill>
            <a:srgbClr val="7030A0"/>
          </a:solidFill>
        </a:ln>
      </dgm:spPr>
      <dgm:t>
        <a:bodyPr/>
        <a:lstStyle/>
        <a:p>
          <a:endParaRPr lang="en-US"/>
        </a:p>
      </dgm:t>
    </dgm:pt>
    <dgm:pt modelId="{CB3AE4B8-FA9C-3F4A-B31A-D8CF424672CD}" type="sibTrans" cxnId="{9925A49C-CFC7-A642-A854-F0FEF3AC00B5}">
      <dgm:prSet/>
      <dgm:spPr/>
      <dgm:t>
        <a:bodyPr/>
        <a:lstStyle/>
        <a:p>
          <a:endParaRPr lang="en-US"/>
        </a:p>
      </dgm:t>
    </dgm:pt>
    <dgm:pt modelId="{7D838BCA-4119-5947-921D-E39CAD2E5CB7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Mirror</a:t>
          </a:r>
        </a:p>
      </dgm:t>
    </dgm:pt>
    <dgm:pt modelId="{EACF436A-80C3-7A4D-9772-F404B02ED1D8}" type="parTrans" cxnId="{8BBC4526-5638-2947-9B24-13878F3CF78B}">
      <dgm:prSet/>
      <dgm:spPr>
        <a:ln>
          <a:solidFill>
            <a:srgbClr val="7030A0"/>
          </a:solidFill>
        </a:ln>
      </dgm:spPr>
      <dgm:t>
        <a:bodyPr/>
        <a:lstStyle/>
        <a:p>
          <a:endParaRPr lang="en-US"/>
        </a:p>
      </dgm:t>
    </dgm:pt>
    <dgm:pt modelId="{21441433-D2B8-F843-970B-B74F06DDAB1F}" type="sibTrans" cxnId="{8BBC4526-5638-2947-9B24-13878F3CF78B}">
      <dgm:prSet/>
      <dgm:spPr/>
      <dgm:t>
        <a:bodyPr/>
        <a:lstStyle/>
        <a:p>
          <a:endParaRPr lang="en-US"/>
        </a:p>
      </dgm:t>
    </dgm:pt>
    <dgm:pt modelId="{FF1DC9E5-78F6-BF46-A479-52C13BD4EE2D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 err="1"/>
            <a:t>IterativePinholeAlignment</a:t>
          </a:r>
          <a:endParaRPr lang="en-US" dirty="0"/>
        </a:p>
      </dgm:t>
    </dgm:pt>
    <dgm:pt modelId="{C723513F-AD21-A445-8C6F-7A34F642D441}" type="parTrans" cxnId="{6F51D02F-4143-6946-885B-A4BF7CB548A9}">
      <dgm:prSet/>
      <dgm:spPr>
        <a:ln>
          <a:solidFill>
            <a:srgbClr val="7030A0"/>
          </a:solidFill>
        </a:ln>
      </dgm:spPr>
      <dgm:t>
        <a:bodyPr/>
        <a:lstStyle/>
        <a:p>
          <a:endParaRPr lang="en-US"/>
        </a:p>
      </dgm:t>
    </dgm:pt>
    <dgm:pt modelId="{48C89ED7-5B75-8143-B595-7330746F98AB}" type="sibTrans" cxnId="{6F51D02F-4143-6946-885B-A4BF7CB548A9}">
      <dgm:prSet/>
      <dgm:spPr/>
      <dgm:t>
        <a:bodyPr/>
        <a:lstStyle/>
        <a:p>
          <a:endParaRPr lang="en-US"/>
        </a:p>
      </dgm:t>
    </dgm:pt>
    <dgm:pt modelId="{9FB6D18F-B1EC-494B-8ED9-4C61A2434128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background_2D</a:t>
          </a:r>
        </a:p>
      </dgm:t>
    </dgm:pt>
    <dgm:pt modelId="{E459E38B-33DC-064C-891E-84BAA915E182}" type="parTrans" cxnId="{D9610F44-FE18-A846-9D4B-FB74B025ECD1}">
      <dgm:prSet/>
      <dgm:spPr>
        <a:ln>
          <a:solidFill>
            <a:srgbClr val="7030A0"/>
          </a:solidFill>
        </a:ln>
      </dgm:spPr>
      <dgm:t>
        <a:bodyPr/>
        <a:lstStyle/>
        <a:p>
          <a:endParaRPr lang="en-US"/>
        </a:p>
      </dgm:t>
    </dgm:pt>
    <dgm:pt modelId="{C96FD7A0-DB36-D741-AEBA-657B8A2FDCFE}" type="sibTrans" cxnId="{D9610F44-FE18-A846-9D4B-FB74B025ECD1}">
      <dgm:prSet/>
      <dgm:spPr/>
      <dgm:t>
        <a:bodyPr/>
        <a:lstStyle/>
        <a:p>
          <a:endParaRPr lang="en-US"/>
        </a:p>
      </dgm:t>
    </dgm:pt>
    <dgm:pt modelId="{C696C4F0-C046-5C48-9609-F78B98BC0B1E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floorPinhole_2D</a:t>
          </a:r>
        </a:p>
      </dgm:t>
    </dgm:pt>
    <dgm:pt modelId="{AAB06A7F-0EDE-3849-8268-F42775B3D4C8}" type="parTrans" cxnId="{ADEF34C2-629A-EE49-90C3-D3EFB8FDDF74}">
      <dgm:prSet/>
      <dgm:spPr>
        <a:ln>
          <a:solidFill>
            <a:srgbClr val="7030A0"/>
          </a:solidFill>
        </a:ln>
      </dgm:spPr>
      <dgm:t>
        <a:bodyPr/>
        <a:lstStyle/>
        <a:p>
          <a:endParaRPr lang="en-US"/>
        </a:p>
      </dgm:t>
    </dgm:pt>
    <dgm:pt modelId="{676E2620-2963-E64F-ACDA-F05FA942FA47}" type="sibTrans" cxnId="{ADEF34C2-629A-EE49-90C3-D3EFB8FDDF74}">
      <dgm:prSet/>
      <dgm:spPr/>
      <dgm:t>
        <a:bodyPr/>
        <a:lstStyle/>
        <a:p>
          <a:endParaRPr lang="en-US"/>
        </a:p>
      </dgm:t>
    </dgm:pt>
    <dgm:pt modelId="{A9C74FDD-428E-9748-BF10-CEFDCBB4DD24}" type="pres">
      <dgm:prSet presAssocID="{283F2927-D6E5-1145-9BE2-0F04D2EE115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182D7F8-02A0-7E4E-874F-384CF2C05EE7}" type="pres">
      <dgm:prSet presAssocID="{5037BDE6-787A-0543-AFCB-186FC8BE546F}" presName="root1" presStyleCnt="0"/>
      <dgm:spPr/>
    </dgm:pt>
    <dgm:pt modelId="{BE504887-F893-2346-B496-006D439E10BD}" type="pres">
      <dgm:prSet presAssocID="{5037BDE6-787A-0543-AFCB-186FC8BE546F}" presName="LevelOneTextNode" presStyleLbl="node0" presStyleIdx="0" presStyleCnt="1">
        <dgm:presLayoutVars>
          <dgm:chPref val="3"/>
        </dgm:presLayoutVars>
      </dgm:prSet>
      <dgm:spPr/>
    </dgm:pt>
    <dgm:pt modelId="{EB1CD523-97FA-6C49-B0FE-B5A8007B0377}" type="pres">
      <dgm:prSet presAssocID="{5037BDE6-787A-0543-AFCB-186FC8BE546F}" presName="level2hierChild" presStyleCnt="0"/>
      <dgm:spPr/>
    </dgm:pt>
    <dgm:pt modelId="{B58D4D25-2686-EA48-9BB9-BE36ADEC5FFC}" type="pres">
      <dgm:prSet presAssocID="{6FD4D4BC-BD58-9947-B5EE-4FE5E85576AD}" presName="conn2-1" presStyleLbl="parChTrans1D2" presStyleIdx="0" presStyleCnt="6"/>
      <dgm:spPr/>
    </dgm:pt>
    <dgm:pt modelId="{92DC94E0-1964-3945-9177-81282F06C805}" type="pres">
      <dgm:prSet presAssocID="{6FD4D4BC-BD58-9947-B5EE-4FE5E85576AD}" presName="connTx" presStyleLbl="parChTrans1D2" presStyleIdx="0" presStyleCnt="6"/>
      <dgm:spPr/>
    </dgm:pt>
    <dgm:pt modelId="{4EA66365-FF9C-434A-9252-BD8E233ECB7C}" type="pres">
      <dgm:prSet presAssocID="{935C508C-F082-9948-AA67-F1209AADE919}" presName="root2" presStyleCnt="0"/>
      <dgm:spPr/>
    </dgm:pt>
    <dgm:pt modelId="{83068DA1-849D-C643-9B99-D27405DDC2DE}" type="pres">
      <dgm:prSet presAssocID="{935C508C-F082-9948-AA67-F1209AADE919}" presName="LevelTwoTextNode" presStyleLbl="node2" presStyleIdx="0" presStyleCnt="6">
        <dgm:presLayoutVars>
          <dgm:chPref val="3"/>
        </dgm:presLayoutVars>
      </dgm:prSet>
      <dgm:spPr/>
    </dgm:pt>
    <dgm:pt modelId="{25798CE6-3299-BF44-BF1C-DE419C0A51AB}" type="pres">
      <dgm:prSet presAssocID="{935C508C-F082-9948-AA67-F1209AADE919}" presName="level3hierChild" presStyleCnt="0"/>
      <dgm:spPr/>
    </dgm:pt>
    <dgm:pt modelId="{ACAABD3A-CFF9-FC4C-ACDB-0206E143075C}" type="pres">
      <dgm:prSet presAssocID="{A17D0F5F-6C72-B144-A2C9-0D099196EB1B}" presName="conn2-1" presStyleLbl="parChTrans1D3" presStyleIdx="0" presStyleCnt="7"/>
      <dgm:spPr/>
    </dgm:pt>
    <dgm:pt modelId="{B70E9908-F9E9-7146-BE5F-9C8292144845}" type="pres">
      <dgm:prSet presAssocID="{A17D0F5F-6C72-B144-A2C9-0D099196EB1B}" presName="connTx" presStyleLbl="parChTrans1D3" presStyleIdx="0" presStyleCnt="7"/>
      <dgm:spPr/>
    </dgm:pt>
    <dgm:pt modelId="{B7BC6BA5-27AC-E148-8875-3916582F38F3}" type="pres">
      <dgm:prSet presAssocID="{66FF26DC-CF69-4B4D-A2B4-A42341817BCA}" presName="root2" presStyleCnt="0"/>
      <dgm:spPr/>
    </dgm:pt>
    <dgm:pt modelId="{D9E90B17-BF00-6E4F-8221-CF7B2AD8338B}" type="pres">
      <dgm:prSet presAssocID="{66FF26DC-CF69-4B4D-A2B4-A42341817BCA}" presName="LevelTwoTextNode" presStyleLbl="node3" presStyleIdx="0" presStyleCnt="7">
        <dgm:presLayoutVars>
          <dgm:chPref val="3"/>
        </dgm:presLayoutVars>
      </dgm:prSet>
      <dgm:spPr/>
    </dgm:pt>
    <dgm:pt modelId="{BC622E1D-4BBF-024C-A7DB-7CD63F1ACB94}" type="pres">
      <dgm:prSet presAssocID="{66FF26DC-CF69-4B4D-A2B4-A42341817BCA}" presName="level3hierChild" presStyleCnt="0"/>
      <dgm:spPr/>
    </dgm:pt>
    <dgm:pt modelId="{F97D3DA1-F2EF-D248-A0D6-CFF21EF91FFF}" type="pres">
      <dgm:prSet presAssocID="{856785D4-4099-2B4E-9356-A7162F4E3D06}" presName="conn2-1" presStyleLbl="parChTrans1D3" presStyleIdx="1" presStyleCnt="7"/>
      <dgm:spPr/>
    </dgm:pt>
    <dgm:pt modelId="{568E8EBA-9DDD-594F-9048-0EA27C30C0E3}" type="pres">
      <dgm:prSet presAssocID="{856785D4-4099-2B4E-9356-A7162F4E3D06}" presName="connTx" presStyleLbl="parChTrans1D3" presStyleIdx="1" presStyleCnt="7"/>
      <dgm:spPr/>
    </dgm:pt>
    <dgm:pt modelId="{BC63CA0A-7A85-0C45-B2B0-8A401EFC3CC1}" type="pres">
      <dgm:prSet presAssocID="{C3475144-502F-DB42-9D9F-5863C54DDA5B}" presName="root2" presStyleCnt="0"/>
      <dgm:spPr/>
    </dgm:pt>
    <dgm:pt modelId="{EC3BAEA2-C902-CB4A-92A1-00D41CD1690A}" type="pres">
      <dgm:prSet presAssocID="{C3475144-502F-DB42-9D9F-5863C54DDA5B}" presName="LevelTwoTextNode" presStyleLbl="node3" presStyleIdx="1" presStyleCnt="7">
        <dgm:presLayoutVars>
          <dgm:chPref val="3"/>
        </dgm:presLayoutVars>
      </dgm:prSet>
      <dgm:spPr/>
    </dgm:pt>
    <dgm:pt modelId="{E2AF9505-4E87-2844-81BF-D4777E20DFD2}" type="pres">
      <dgm:prSet presAssocID="{C3475144-502F-DB42-9D9F-5863C54DDA5B}" presName="level3hierChild" presStyleCnt="0"/>
      <dgm:spPr/>
    </dgm:pt>
    <dgm:pt modelId="{5769FF81-C41B-3243-882C-6A2B9300C631}" type="pres">
      <dgm:prSet presAssocID="{2BCC58DE-5A96-FF42-B5E7-0E201E9C6A2D}" presName="conn2-1" presStyleLbl="parChTrans1D3" presStyleIdx="2" presStyleCnt="7"/>
      <dgm:spPr/>
    </dgm:pt>
    <dgm:pt modelId="{8E42D65A-7362-D14D-8A78-30B97637E50D}" type="pres">
      <dgm:prSet presAssocID="{2BCC58DE-5A96-FF42-B5E7-0E201E9C6A2D}" presName="connTx" presStyleLbl="parChTrans1D3" presStyleIdx="2" presStyleCnt="7"/>
      <dgm:spPr/>
    </dgm:pt>
    <dgm:pt modelId="{5A66D299-EDFF-EA47-8690-81998074FEC0}" type="pres">
      <dgm:prSet presAssocID="{83CF8C0A-7D19-9F41-AF97-B8770213ABC4}" presName="root2" presStyleCnt="0"/>
      <dgm:spPr/>
    </dgm:pt>
    <dgm:pt modelId="{49336D6F-EC7D-494E-9589-93C66BE33698}" type="pres">
      <dgm:prSet presAssocID="{83CF8C0A-7D19-9F41-AF97-B8770213ABC4}" presName="LevelTwoTextNode" presStyleLbl="node3" presStyleIdx="2" presStyleCnt="7">
        <dgm:presLayoutVars>
          <dgm:chPref val="3"/>
        </dgm:presLayoutVars>
      </dgm:prSet>
      <dgm:spPr/>
    </dgm:pt>
    <dgm:pt modelId="{9A002E6D-DFFE-9E4C-986D-933A10AA6C40}" type="pres">
      <dgm:prSet presAssocID="{83CF8C0A-7D19-9F41-AF97-B8770213ABC4}" presName="level3hierChild" presStyleCnt="0"/>
      <dgm:spPr/>
    </dgm:pt>
    <dgm:pt modelId="{5F2A38C4-3C27-9047-9205-1F9046AA0F80}" type="pres">
      <dgm:prSet presAssocID="{EACF436A-80C3-7A4D-9772-F404B02ED1D8}" presName="conn2-1" presStyleLbl="parChTrans1D3" presStyleIdx="3" presStyleCnt="7"/>
      <dgm:spPr/>
    </dgm:pt>
    <dgm:pt modelId="{D2E2BC45-1057-0744-90FE-E6F3725C17F4}" type="pres">
      <dgm:prSet presAssocID="{EACF436A-80C3-7A4D-9772-F404B02ED1D8}" presName="connTx" presStyleLbl="parChTrans1D3" presStyleIdx="3" presStyleCnt="7"/>
      <dgm:spPr/>
    </dgm:pt>
    <dgm:pt modelId="{1B2845E3-68AA-7149-895E-8E29F5F5A22A}" type="pres">
      <dgm:prSet presAssocID="{7D838BCA-4119-5947-921D-E39CAD2E5CB7}" presName="root2" presStyleCnt="0"/>
      <dgm:spPr/>
    </dgm:pt>
    <dgm:pt modelId="{9C62E64F-2BA7-B043-B7C0-C45766C7E65C}" type="pres">
      <dgm:prSet presAssocID="{7D838BCA-4119-5947-921D-E39CAD2E5CB7}" presName="LevelTwoTextNode" presStyleLbl="node3" presStyleIdx="3" presStyleCnt="7">
        <dgm:presLayoutVars>
          <dgm:chPref val="3"/>
        </dgm:presLayoutVars>
      </dgm:prSet>
      <dgm:spPr/>
    </dgm:pt>
    <dgm:pt modelId="{0FDCCF68-FB9D-694C-BDB7-6F6FF30F1DD3}" type="pres">
      <dgm:prSet presAssocID="{7D838BCA-4119-5947-921D-E39CAD2E5CB7}" presName="level3hierChild" presStyleCnt="0"/>
      <dgm:spPr/>
    </dgm:pt>
    <dgm:pt modelId="{4A1F5D4F-441B-1E45-B72C-2C62EBA018E1}" type="pres">
      <dgm:prSet presAssocID="{7514E751-615B-8549-9CBE-103E5DCADD88}" presName="conn2-1" presStyleLbl="parChTrans1D2" presStyleIdx="1" presStyleCnt="6"/>
      <dgm:spPr/>
    </dgm:pt>
    <dgm:pt modelId="{7073901A-E4CB-C24B-9F93-D0766DCA6923}" type="pres">
      <dgm:prSet presAssocID="{7514E751-615B-8549-9CBE-103E5DCADD88}" presName="connTx" presStyleLbl="parChTrans1D2" presStyleIdx="1" presStyleCnt="6"/>
      <dgm:spPr/>
    </dgm:pt>
    <dgm:pt modelId="{575F2AD6-EDB4-2D46-933C-19E4C1C4D90F}" type="pres">
      <dgm:prSet presAssocID="{344666CC-B520-EA4A-BC22-DF6952FFD7C1}" presName="root2" presStyleCnt="0"/>
      <dgm:spPr/>
    </dgm:pt>
    <dgm:pt modelId="{F758A10B-4D6B-B443-8E98-36FE6148F9C8}" type="pres">
      <dgm:prSet presAssocID="{344666CC-B520-EA4A-BC22-DF6952FFD7C1}" presName="LevelTwoTextNode" presStyleLbl="node2" presStyleIdx="1" presStyleCnt="6">
        <dgm:presLayoutVars>
          <dgm:chPref val="3"/>
        </dgm:presLayoutVars>
      </dgm:prSet>
      <dgm:spPr/>
    </dgm:pt>
    <dgm:pt modelId="{DC92768C-9418-9649-BEEA-A6F40F3300E9}" type="pres">
      <dgm:prSet presAssocID="{344666CC-B520-EA4A-BC22-DF6952FFD7C1}" presName="level3hierChild" presStyleCnt="0"/>
      <dgm:spPr/>
    </dgm:pt>
    <dgm:pt modelId="{8EB8E3E9-116B-1F47-819A-7BCCD21881EF}" type="pres">
      <dgm:prSet presAssocID="{5A1DAFED-7BB3-1748-BA7A-D0B9A95DC7EF}" presName="conn2-1" presStyleLbl="parChTrans1D2" presStyleIdx="2" presStyleCnt="6"/>
      <dgm:spPr/>
    </dgm:pt>
    <dgm:pt modelId="{11939D72-808C-0940-8700-F15861437A6C}" type="pres">
      <dgm:prSet presAssocID="{5A1DAFED-7BB3-1748-BA7A-D0B9A95DC7EF}" presName="connTx" presStyleLbl="parChTrans1D2" presStyleIdx="2" presStyleCnt="6"/>
      <dgm:spPr/>
    </dgm:pt>
    <dgm:pt modelId="{A3A903EF-9262-B04F-8A58-02A856958945}" type="pres">
      <dgm:prSet presAssocID="{99519DF4-99C1-E840-A5BB-07A667765B88}" presName="root2" presStyleCnt="0"/>
      <dgm:spPr/>
    </dgm:pt>
    <dgm:pt modelId="{16CE2EE8-619A-204F-8A7A-FBAEF79E5395}" type="pres">
      <dgm:prSet presAssocID="{99519DF4-99C1-E840-A5BB-07A667765B88}" presName="LevelTwoTextNode" presStyleLbl="node2" presStyleIdx="2" presStyleCnt="6">
        <dgm:presLayoutVars>
          <dgm:chPref val="3"/>
        </dgm:presLayoutVars>
      </dgm:prSet>
      <dgm:spPr/>
    </dgm:pt>
    <dgm:pt modelId="{7D0CCAEC-4E5F-1A47-A3FB-A41D087AF368}" type="pres">
      <dgm:prSet presAssocID="{99519DF4-99C1-E840-A5BB-07A667765B88}" presName="level3hierChild" presStyleCnt="0"/>
      <dgm:spPr/>
    </dgm:pt>
    <dgm:pt modelId="{CA6A02FE-D380-2C42-8104-8DF93AF0254C}" type="pres">
      <dgm:prSet presAssocID="{093CA8F6-AB5E-E348-A68B-C082E695041F}" presName="conn2-1" presStyleLbl="parChTrans1D2" presStyleIdx="3" presStyleCnt="6"/>
      <dgm:spPr/>
    </dgm:pt>
    <dgm:pt modelId="{D368F93B-28B9-9545-9277-FB637611E184}" type="pres">
      <dgm:prSet presAssocID="{093CA8F6-AB5E-E348-A68B-C082E695041F}" presName="connTx" presStyleLbl="parChTrans1D2" presStyleIdx="3" presStyleCnt="6"/>
      <dgm:spPr/>
    </dgm:pt>
    <dgm:pt modelId="{37EBC6C0-55FF-8D40-886A-88CC6E8CF3C2}" type="pres">
      <dgm:prSet presAssocID="{2AD3638E-9BCB-F942-8ACB-8C3A271F1B7C}" presName="root2" presStyleCnt="0"/>
      <dgm:spPr/>
    </dgm:pt>
    <dgm:pt modelId="{750905F2-8ACE-0C44-A17F-C9EFA5958801}" type="pres">
      <dgm:prSet presAssocID="{2AD3638E-9BCB-F942-8ACB-8C3A271F1B7C}" presName="LevelTwoTextNode" presStyleLbl="node2" presStyleIdx="3" presStyleCnt="6">
        <dgm:presLayoutVars>
          <dgm:chPref val="3"/>
        </dgm:presLayoutVars>
      </dgm:prSet>
      <dgm:spPr/>
    </dgm:pt>
    <dgm:pt modelId="{11A9D39E-751C-164D-AF13-1F8B468E3AD2}" type="pres">
      <dgm:prSet presAssocID="{2AD3638E-9BCB-F942-8ACB-8C3A271F1B7C}" presName="level3hierChild" presStyleCnt="0"/>
      <dgm:spPr/>
    </dgm:pt>
    <dgm:pt modelId="{EA120CC5-3639-F043-8E97-F79DB597C5D7}" type="pres">
      <dgm:prSet presAssocID="{C723513F-AD21-A445-8C6F-7A34F642D441}" presName="conn2-1" presStyleLbl="parChTrans1D3" presStyleIdx="4" presStyleCnt="7"/>
      <dgm:spPr/>
    </dgm:pt>
    <dgm:pt modelId="{5E93A95B-5A5B-1242-BB09-B181AA3FE3E4}" type="pres">
      <dgm:prSet presAssocID="{C723513F-AD21-A445-8C6F-7A34F642D441}" presName="connTx" presStyleLbl="parChTrans1D3" presStyleIdx="4" presStyleCnt="7"/>
      <dgm:spPr/>
    </dgm:pt>
    <dgm:pt modelId="{DE6E395C-8484-3140-AE2B-E972A703BA2C}" type="pres">
      <dgm:prSet presAssocID="{FF1DC9E5-78F6-BF46-A479-52C13BD4EE2D}" presName="root2" presStyleCnt="0"/>
      <dgm:spPr/>
    </dgm:pt>
    <dgm:pt modelId="{5040C119-52C7-464B-8AF9-CFEF2AFCC6F5}" type="pres">
      <dgm:prSet presAssocID="{FF1DC9E5-78F6-BF46-A479-52C13BD4EE2D}" presName="LevelTwoTextNode" presStyleLbl="node3" presStyleIdx="4" presStyleCnt="7">
        <dgm:presLayoutVars>
          <dgm:chPref val="3"/>
        </dgm:presLayoutVars>
      </dgm:prSet>
      <dgm:spPr/>
    </dgm:pt>
    <dgm:pt modelId="{7F15FEAA-E71B-4B41-9FA3-AAB92492DA1A}" type="pres">
      <dgm:prSet presAssocID="{FF1DC9E5-78F6-BF46-A479-52C13BD4EE2D}" presName="level3hierChild" presStyleCnt="0"/>
      <dgm:spPr/>
    </dgm:pt>
    <dgm:pt modelId="{A7DAA29B-9C19-4E46-86B2-13B331D5FA63}" type="pres">
      <dgm:prSet presAssocID="{EFEA9F87-08ED-3D42-BE12-09CA4F450B3A}" presName="conn2-1" presStyleLbl="parChTrans1D2" presStyleIdx="4" presStyleCnt="6"/>
      <dgm:spPr/>
    </dgm:pt>
    <dgm:pt modelId="{BA854375-670E-2E4C-9389-CAF5FE45FC2F}" type="pres">
      <dgm:prSet presAssocID="{EFEA9F87-08ED-3D42-BE12-09CA4F450B3A}" presName="connTx" presStyleLbl="parChTrans1D2" presStyleIdx="4" presStyleCnt="6"/>
      <dgm:spPr/>
    </dgm:pt>
    <dgm:pt modelId="{E2EA2CB0-F004-4442-B724-307E89629919}" type="pres">
      <dgm:prSet presAssocID="{639DF0F0-AF13-0143-A371-752E50FC9290}" presName="root2" presStyleCnt="0"/>
      <dgm:spPr/>
    </dgm:pt>
    <dgm:pt modelId="{E7867F66-4C81-E844-8123-1742BBBEF796}" type="pres">
      <dgm:prSet presAssocID="{639DF0F0-AF13-0143-A371-752E50FC9290}" presName="LevelTwoTextNode" presStyleLbl="node2" presStyleIdx="4" presStyleCnt="6">
        <dgm:presLayoutVars>
          <dgm:chPref val="3"/>
        </dgm:presLayoutVars>
      </dgm:prSet>
      <dgm:spPr/>
    </dgm:pt>
    <dgm:pt modelId="{5433A2FD-7F87-F34A-8665-D77F5DFCC852}" type="pres">
      <dgm:prSet presAssocID="{639DF0F0-AF13-0143-A371-752E50FC9290}" presName="level3hierChild" presStyleCnt="0"/>
      <dgm:spPr/>
    </dgm:pt>
    <dgm:pt modelId="{9376E915-93E6-894E-9489-C2291C66CD11}" type="pres">
      <dgm:prSet presAssocID="{E459E38B-33DC-064C-891E-84BAA915E182}" presName="conn2-1" presStyleLbl="parChTrans1D3" presStyleIdx="5" presStyleCnt="7"/>
      <dgm:spPr/>
    </dgm:pt>
    <dgm:pt modelId="{54FA09CC-276C-0140-8EB8-74E342686FDA}" type="pres">
      <dgm:prSet presAssocID="{E459E38B-33DC-064C-891E-84BAA915E182}" presName="connTx" presStyleLbl="parChTrans1D3" presStyleIdx="5" presStyleCnt="7"/>
      <dgm:spPr/>
    </dgm:pt>
    <dgm:pt modelId="{06CE425C-169D-BA47-B045-DDE0B2B69DDC}" type="pres">
      <dgm:prSet presAssocID="{9FB6D18F-B1EC-494B-8ED9-4C61A2434128}" presName="root2" presStyleCnt="0"/>
      <dgm:spPr/>
    </dgm:pt>
    <dgm:pt modelId="{6A13B588-6488-6641-BD47-10D04D1AC5E2}" type="pres">
      <dgm:prSet presAssocID="{9FB6D18F-B1EC-494B-8ED9-4C61A2434128}" presName="LevelTwoTextNode" presStyleLbl="node3" presStyleIdx="5" presStyleCnt="7">
        <dgm:presLayoutVars>
          <dgm:chPref val="3"/>
        </dgm:presLayoutVars>
      </dgm:prSet>
      <dgm:spPr/>
    </dgm:pt>
    <dgm:pt modelId="{3CF11D87-E58F-8443-8083-161B2AB3FCE9}" type="pres">
      <dgm:prSet presAssocID="{9FB6D18F-B1EC-494B-8ED9-4C61A2434128}" presName="level3hierChild" presStyleCnt="0"/>
      <dgm:spPr/>
    </dgm:pt>
    <dgm:pt modelId="{8238785B-49DF-4448-9AE7-114F22CD07C8}" type="pres">
      <dgm:prSet presAssocID="{AAB06A7F-0EDE-3849-8268-F42775B3D4C8}" presName="conn2-1" presStyleLbl="parChTrans1D3" presStyleIdx="6" presStyleCnt="7"/>
      <dgm:spPr/>
    </dgm:pt>
    <dgm:pt modelId="{5EEBB21A-EA12-7B4A-AA74-C255D5838C54}" type="pres">
      <dgm:prSet presAssocID="{AAB06A7F-0EDE-3849-8268-F42775B3D4C8}" presName="connTx" presStyleLbl="parChTrans1D3" presStyleIdx="6" presStyleCnt="7"/>
      <dgm:spPr/>
    </dgm:pt>
    <dgm:pt modelId="{6D5E3534-44D5-E245-8813-F5FBD02924C9}" type="pres">
      <dgm:prSet presAssocID="{C696C4F0-C046-5C48-9609-F78B98BC0B1E}" presName="root2" presStyleCnt="0"/>
      <dgm:spPr/>
    </dgm:pt>
    <dgm:pt modelId="{8D0A992E-C9CE-2343-9072-B56AA904F19D}" type="pres">
      <dgm:prSet presAssocID="{C696C4F0-C046-5C48-9609-F78B98BC0B1E}" presName="LevelTwoTextNode" presStyleLbl="node3" presStyleIdx="6" presStyleCnt="7">
        <dgm:presLayoutVars>
          <dgm:chPref val="3"/>
        </dgm:presLayoutVars>
      </dgm:prSet>
      <dgm:spPr/>
    </dgm:pt>
    <dgm:pt modelId="{9BE45EA9-F3A4-F74C-B067-53AD48DD62A9}" type="pres">
      <dgm:prSet presAssocID="{C696C4F0-C046-5C48-9609-F78B98BC0B1E}" presName="level3hierChild" presStyleCnt="0"/>
      <dgm:spPr/>
    </dgm:pt>
    <dgm:pt modelId="{1584C3CB-20DF-F743-B722-D17F98A96F10}" type="pres">
      <dgm:prSet presAssocID="{9075D543-3929-5E46-B758-3AFEE9440CC9}" presName="conn2-1" presStyleLbl="parChTrans1D2" presStyleIdx="5" presStyleCnt="6"/>
      <dgm:spPr/>
    </dgm:pt>
    <dgm:pt modelId="{6429C4A0-9C93-854B-8D94-560B4BCC0D55}" type="pres">
      <dgm:prSet presAssocID="{9075D543-3929-5E46-B758-3AFEE9440CC9}" presName="connTx" presStyleLbl="parChTrans1D2" presStyleIdx="5" presStyleCnt="6"/>
      <dgm:spPr/>
    </dgm:pt>
    <dgm:pt modelId="{2438AFE2-9463-0F43-BFA0-789DE2839950}" type="pres">
      <dgm:prSet presAssocID="{37489E98-F85C-7F42-8A43-0506DCB34FFC}" presName="root2" presStyleCnt="0"/>
      <dgm:spPr/>
    </dgm:pt>
    <dgm:pt modelId="{500A904D-E973-7D4C-8B90-C2C50DA705B5}" type="pres">
      <dgm:prSet presAssocID="{37489E98-F85C-7F42-8A43-0506DCB34FFC}" presName="LevelTwoTextNode" presStyleLbl="node2" presStyleIdx="5" presStyleCnt="6">
        <dgm:presLayoutVars>
          <dgm:chPref val="3"/>
        </dgm:presLayoutVars>
      </dgm:prSet>
      <dgm:spPr/>
    </dgm:pt>
    <dgm:pt modelId="{191EF72D-A8C8-5246-B849-ED71C80C6D30}" type="pres">
      <dgm:prSet presAssocID="{37489E98-F85C-7F42-8A43-0506DCB34FFC}" presName="level3hierChild" presStyleCnt="0"/>
      <dgm:spPr/>
    </dgm:pt>
  </dgm:ptLst>
  <dgm:cxnLst>
    <dgm:cxn modelId="{5273E005-2EA1-1F4E-B559-4571114C44D5}" type="presOf" srcId="{856785D4-4099-2B4E-9356-A7162F4E3D06}" destId="{F97D3DA1-F2EF-D248-A0D6-CFF21EF91FFF}" srcOrd="0" destOrd="0" presId="urn:microsoft.com/office/officeart/2005/8/layout/hierarchy2"/>
    <dgm:cxn modelId="{041C3606-F6D7-0744-92FD-D8F4617C3A09}" type="presOf" srcId="{7D838BCA-4119-5947-921D-E39CAD2E5CB7}" destId="{9C62E64F-2BA7-B043-B7C0-C45766C7E65C}" srcOrd="0" destOrd="0" presId="urn:microsoft.com/office/officeart/2005/8/layout/hierarchy2"/>
    <dgm:cxn modelId="{FA160509-74DF-B945-ADF0-9C51797D9779}" type="presOf" srcId="{9FB6D18F-B1EC-494B-8ED9-4C61A2434128}" destId="{6A13B588-6488-6641-BD47-10D04D1AC5E2}" srcOrd="0" destOrd="0" presId="urn:microsoft.com/office/officeart/2005/8/layout/hierarchy2"/>
    <dgm:cxn modelId="{D6C1310D-B538-E742-851D-DBEA0AC9C5E5}" srcId="{935C508C-F082-9948-AA67-F1209AADE919}" destId="{66FF26DC-CF69-4B4D-A2B4-A42341817BCA}" srcOrd="0" destOrd="0" parTransId="{A17D0F5F-6C72-B144-A2C9-0D099196EB1B}" sibTransId="{5614D0BD-0F3F-A348-B861-B9C9919ACFAD}"/>
    <dgm:cxn modelId="{80E12F15-A745-FA47-AAAE-B949261E6E94}" srcId="{283F2927-D6E5-1145-9BE2-0F04D2EE115F}" destId="{5037BDE6-787A-0543-AFCB-186FC8BE546F}" srcOrd="0" destOrd="0" parTransId="{AA340DE2-831B-E447-836E-06EDE983EB38}" sibTransId="{093ACA80-E45E-6A48-893C-9E60E2FF8F0E}"/>
    <dgm:cxn modelId="{5DB3A722-3A41-3249-987C-451683372EF6}" type="presOf" srcId="{99519DF4-99C1-E840-A5BB-07A667765B88}" destId="{16CE2EE8-619A-204F-8A7A-FBAEF79E5395}" srcOrd="0" destOrd="0" presId="urn:microsoft.com/office/officeart/2005/8/layout/hierarchy2"/>
    <dgm:cxn modelId="{8BBC4526-5638-2947-9B24-13878F3CF78B}" srcId="{935C508C-F082-9948-AA67-F1209AADE919}" destId="{7D838BCA-4119-5947-921D-E39CAD2E5CB7}" srcOrd="3" destOrd="0" parTransId="{EACF436A-80C3-7A4D-9772-F404B02ED1D8}" sibTransId="{21441433-D2B8-F843-970B-B74F06DDAB1F}"/>
    <dgm:cxn modelId="{A8FA8D2A-D263-0741-8BA4-0693C05E70F4}" type="presOf" srcId="{C3475144-502F-DB42-9D9F-5863C54DDA5B}" destId="{EC3BAEA2-C902-CB4A-92A1-00D41CD1690A}" srcOrd="0" destOrd="0" presId="urn:microsoft.com/office/officeart/2005/8/layout/hierarchy2"/>
    <dgm:cxn modelId="{96C93E2C-2CE0-7C41-AD1F-4D14190A1D55}" srcId="{935C508C-F082-9948-AA67-F1209AADE919}" destId="{C3475144-502F-DB42-9D9F-5863C54DDA5B}" srcOrd="1" destOrd="0" parTransId="{856785D4-4099-2B4E-9356-A7162F4E3D06}" sibTransId="{28EDDD50-14B5-AA40-95DA-67DC29DB23D0}"/>
    <dgm:cxn modelId="{3E128B2F-0262-3E4B-A0B1-FCCE30BDEC9F}" srcId="{5037BDE6-787A-0543-AFCB-186FC8BE546F}" destId="{935C508C-F082-9948-AA67-F1209AADE919}" srcOrd="0" destOrd="0" parTransId="{6FD4D4BC-BD58-9947-B5EE-4FE5E85576AD}" sibTransId="{B0C598FD-588C-3344-8F67-3E0DE414BAE5}"/>
    <dgm:cxn modelId="{6F51D02F-4143-6946-885B-A4BF7CB548A9}" srcId="{2AD3638E-9BCB-F942-8ACB-8C3A271F1B7C}" destId="{FF1DC9E5-78F6-BF46-A479-52C13BD4EE2D}" srcOrd="0" destOrd="0" parTransId="{C723513F-AD21-A445-8C6F-7A34F642D441}" sibTransId="{48C89ED7-5B75-8143-B595-7330746F98AB}"/>
    <dgm:cxn modelId="{15B88639-3AE9-9742-929A-E24A7F705C06}" type="presOf" srcId="{EACF436A-80C3-7A4D-9772-F404B02ED1D8}" destId="{D2E2BC45-1057-0744-90FE-E6F3725C17F4}" srcOrd="1" destOrd="0" presId="urn:microsoft.com/office/officeart/2005/8/layout/hierarchy2"/>
    <dgm:cxn modelId="{4A7BA13D-849F-3F45-956D-86B257E6A5EF}" type="presOf" srcId="{FF1DC9E5-78F6-BF46-A479-52C13BD4EE2D}" destId="{5040C119-52C7-464B-8AF9-CFEF2AFCC6F5}" srcOrd="0" destOrd="0" presId="urn:microsoft.com/office/officeart/2005/8/layout/hierarchy2"/>
    <dgm:cxn modelId="{D9610F44-FE18-A846-9D4B-FB74B025ECD1}" srcId="{639DF0F0-AF13-0143-A371-752E50FC9290}" destId="{9FB6D18F-B1EC-494B-8ED9-4C61A2434128}" srcOrd="0" destOrd="0" parTransId="{E459E38B-33DC-064C-891E-84BAA915E182}" sibTransId="{C96FD7A0-DB36-D741-AEBA-657B8A2FDCFE}"/>
    <dgm:cxn modelId="{81028C4A-17AB-8944-9EFF-831B16128EB6}" type="presOf" srcId="{C696C4F0-C046-5C48-9609-F78B98BC0B1E}" destId="{8D0A992E-C9CE-2343-9072-B56AA904F19D}" srcOrd="0" destOrd="0" presId="urn:microsoft.com/office/officeart/2005/8/layout/hierarchy2"/>
    <dgm:cxn modelId="{14B4FF60-AA4B-2D4C-B58D-FEA2E4D07107}" srcId="{5037BDE6-787A-0543-AFCB-186FC8BE546F}" destId="{344666CC-B520-EA4A-BC22-DF6952FFD7C1}" srcOrd="1" destOrd="0" parTransId="{7514E751-615B-8549-9CBE-103E5DCADD88}" sibTransId="{615BD481-DE04-4F49-AE2B-D370FBECD46E}"/>
    <dgm:cxn modelId="{5F340A6D-C31C-DA4D-813C-BE228F4C75C4}" type="presOf" srcId="{856785D4-4099-2B4E-9356-A7162F4E3D06}" destId="{568E8EBA-9DDD-594F-9048-0EA27C30C0E3}" srcOrd="1" destOrd="0" presId="urn:microsoft.com/office/officeart/2005/8/layout/hierarchy2"/>
    <dgm:cxn modelId="{2A45B273-35A2-3A41-AD4E-C124C1817B8D}" type="presOf" srcId="{AAB06A7F-0EDE-3849-8268-F42775B3D4C8}" destId="{5EEBB21A-EA12-7B4A-AA74-C255D5838C54}" srcOrd="1" destOrd="0" presId="urn:microsoft.com/office/officeart/2005/8/layout/hierarchy2"/>
    <dgm:cxn modelId="{2B74B675-7406-8A4D-A5E3-1A321FC67018}" type="presOf" srcId="{C723513F-AD21-A445-8C6F-7A34F642D441}" destId="{5E93A95B-5A5B-1242-BB09-B181AA3FE3E4}" srcOrd="1" destOrd="0" presId="urn:microsoft.com/office/officeart/2005/8/layout/hierarchy2"/>
    <dgm:cxn modelId="{16812677-B730-D64F-AE46-A471FE9FF4F8}" srcId="{5037BDE6-787A-0543-AFCB-186FC8BE546F}" destId="{639DF0F0-AF13-0143-A371-752E50FC9290}" srcOrd="4" destOrd="0" parTransId="{EFEA9F87-08ED-3D42-BE12-09CA4F450B3A}" sibTransId="{3A23B0F0-E955-9E4B-BF79-A352780ECC43}"/>
    <dgm:cxn modelId="{F87A9677-3B66-5849-9956-BCC587E72F72}" type="presOf" srcId="{935C508C-F082-9948-AA67-F1209AADE919}" destId="{83068DA1-849D-C643-9B99-D27405DDC2DE}" srcOrd="0" destOrd="0" presId="urn:microsoft.com/office/officeart/2005/8/layout/hierarchy2"/>
    <dgm:cxn modelId="{F06D0778-ACF6-7148-9581-A6BA7E3C63A5}" type="presOf" srcId="{83CF8C0A-7D19-9F41-AF97-B8770213ABC4}" destId="{49336D6F-EC7D-494E-9589-93C66BE33698}" srcOrd="0" destOrd="0" presId="urn:microsoft.com/office/officeart/2005/8/layout/hierarchy2"/>
    <dgm:cxn modelId="{B03B5C7D-2C10-C347-86F8-2A39C4302D28}" type="presOf" srcId="{AAB06A7F-0EDE-3849-8268-F42775B3D4C8}" destId="{8238785B-49DF-4448-9AE7-114F22CD07C8}" srcOrd="0" destOrd="0" presId="urn:microsoft.com/office/officeart/2005/8/layout/hierarchy2"/>
    <dgm:cxn modelId="{9EB67182-0FFF-2B47-9946-442B82852295}" type="presOf" srcId="{EFEA9F87-08ED-3D42-BE12-09CA4F450B3A}" destId="{A7DAA29B-9C19-4E46-86B2-13B331D5FA63}" srcOrd="0" destOrd="0" presId="urn:microsoft.com/office/officeart/2005/8/layout/hierarchy2"/>
    <dgm:cxn modelId="{BE89A88B-D522-A547-B03F-846E81676FB3}" type="presOf" srcId="{66FF26DC-CF69-4B4D-A2B4-A42341817BCA}" destId="{D9E90B17-BF00-6E4F-8221-CF7B2AD8338B}" srcOrd="0" destOrd="0" presId="urn:microsoft.com/office/officeart/2005/8/layout/hierarchy2"/>
    <dgm:cxn modelId="{C5D75796-E64B-9748-B02A-4A6B6F8BD539}" type="presOf" srcId="{9075D543-3929-5E46-B758-3AFEE9440CC9}" destId="{1584C3CB-20DF-F743-B722-D17F98A96F10}" srcOrd="0" destOrd="0" presId="urn:microsoft.com/office/officeart/2005/8/layout/hierarchy2"/>
    <dgm:cxn modelId="{F707F596-38E9-B54E-9B22-1460AC8E61CE}" type="presOf" srcId="{5A1DAFED-7BB3-1748-BA7A-D0B9A95DC7EF}" destId="{8EB8E3E9-116B-1F47-819A-7BCCD21881EF}" srcOrd="0" destOrd="0" presId="urn:microsoft.com/office/officeart/2005/8/layout/hierarchy2"/>
    <dgm:cxn modelId="{FB2F5998-96EB-534E-93BB-009540FA6EA4}" type="presOf" srcId="{2BCC58DE-5A96-FF42-B5E7-0E201E9C6A2D}" destId="{5769FF81-C41B-3243-882C-6A2B9300C631}" srcOrd="0" destOrd="0" presId="urn:microsoft.com/office/officeart/2005/8/layout/hierarchy2"/>
    <dgm:cxn modelId="{8B62AA99-6C80-664F-B329-8429B77FA15C}" type="presOf" srcId="{C723513F-AD21-A445-8C6F-7A34F642D441}" destId="{EA120CC5-3639-F043-8E97-F79DB597C5D7}" srcOrd="0" destOrd="0" presId="urn:microsoft.com/office/officeart/2005/8/layout/hierarchy2"/>
    <dgm:cxn modelId="{9925A49C-CFC7-A642-A854-F0FEF3AC00B5}" srcId="{935C508C-F082-9948-AA67-F1209AADE919}" destId="{83CF8C0A-7D19-9F41-AF97-B8770213ABC4}" srcOrd="2" destOrd="0" parTransId="{2BCC58DE-5A96-FF42-B5E7-0E201E9C6A2D}" sibTransId="{CB3AE4B8-FA9C-3F4A-B31A-D8CF424672CD}"/>
    <dgm:cxn modelId="{1D2D6AA0-3F05-E940-B362-FBBC163FEA58}" type="presOf" srcId="{639DF0F0-AF13-0143-A371-752E50FC9290}" destId="{E7867F66-4C81-E844-8123-1742BBBEF796}" srcOrd="0" destOrd="0" presId="urn:microsoft.com/office/officeart/2005/8/layout/hierarchy2"/>
    <dgm:cxn modelId="{441FB3A3-F39F-0844-B527-C3CEE9C89961}" type="presOf" srcId="{EACF436A-80C3-7A4D-9772-F404B02ED1D8}" destId="{5F2A38C4-3C27-9047-9205-1F9046AA0F80}" srcOrd="0" destOrd="0" presId="urn:microsoft.com/office/officeart/2005/8/layout/hierarchy2"/>
    <dgm:cxn modelId="{19FA48A9-C57B-AF4D-9409-8321022EADDA}" type="presOf" srcId="{A17D0F5F-6C72-B144-A2C9-0D099196EB1B}" destId="{B70E9908-F9E9-7146-BE5F-9C8292144845}" srcOrd="1" destOrd="0" presId="urn:microsoft.com/office/officeart/2005/8/layout/hierarchy2"/>
    <dgm:cxn modelId="{41B799AD-A2CB-DC42-9EC3-6D28A3FCE9E5}" type="presOf" srcId="{093CA8F6-AB5E-E348-A68B-C082E695041F}" destId="{CA6A02FE-D380-2C42-8104-8DF93AF0254C}" srcOrd="0" destOrd="0" presId="urn:microsoft.com/office/officeart/2005/8/layout/hierarchy2"/>
    <dgm:cxn modelId="{F54D87AF-3970-C843-A05B-25D2754A02A3}" type="presOf" srcId="{9075D543-3929-5E46-B758-3AFEE9440CC9}" destId="{6429C4A0-9C93-854B-8D94-560B4BCC0D55}" srcOrd="1" destOrd="0" presId="urn:microsoft.com/office/officeart/2005/8/layout/hierarchy2"/>
    <dgm:cxn modelId="{C91C98B4-24DC-7142-9527-D9819D8EDEE9}" type="presOf" srcId="{283F2927-D6E5-1145-9BE2-0F04D2EE115F}" destId="{A9C74FDD-428E-9748-BF10-CEFDCBB4DD24}" srcOrd="0" destOrd="0" presId="urn:microsoft.com/office/officeart/2005/8/layout/hierarchy2"/>
    <dgm:cxn modelId="{C13277B6-58A5-AB4B-A421-978429BF8DEB}" srcId="{5037BDE6-787A-0543-AFCB-186FC8BE546F}" destId="{37489E98-F85C-7F42-8A43-0506DCB34FFC}" srcOrd="5" destOrd="0" parTransId="{9075D543-3929-5E46-B758-3AFEE9440CC9}" sibTransId="{D83D03B8-4D80-6946-8702-A3F5C1833AC4}"/>
    <dgm:cxn modelId="{B02BA7B7-3D78-BC4C-BC60-78E37ADB6A8C}" type="presOf" srcId="{37489E98-F85C-7F42-8A43-0506DCB34FFC}" destId="{500A904D-E973-7D4C-8B90-C2C50DA705B5}" srcOrd="0" destOrd="0" presId="urn:microsoft.com/office/officeart/2005/8/layout/hierarchy2"/>
    <dgm:cxn modelId="{6E6C53BB-E3F3-424C-886E-F71E8A7B84A3}" type="presOf" srcId="{A17D0F5F-6C72-B144-A2C9-0D099196EB1B}" destId="{ACAABD3A-CFF9-FC4C-ACDB-0206E143075C}" srcOrd="0" destOrd="0" presId="urn:microsoft.com/office/officeart/2005/8/layout/hierarchy2"/>
    <dgm:cxn modelId="{ADEF34C2-629A-EE49-90C3-D3EFB8FDDF74}" srcId="{639DF0F0-AF13-0143-A371-752E50FC9290}" destId="{C696C4F0-C046-5C48-9609-F78B98BC0B1E}" srcOrd="1" destOrd="0" parTransId="{AAB06A7F-0EDE-3849-8268-F42775B3D4C8}" sibTransId="{676E2620-2963-E64F-ACDA-F05FA942FA47}"/>
    <dgm:cxn modelId="{C82BF9CB-D25C-2142-A356-32E085DCE54A}" type="presOf" srcId="{2AD3638E-9BCB-F942-8ACB-8C3A271F1B7C}" destId="{750905F2-8ACE-0C44-A17F-C9EFA5958801}" srcOrd="0" destOrd="0" presId="urn:microsoft.com/office/officeart/2005/8/layout/hierarchy2"/>
    <dgm:cxn modelId="{4EAF12CC-4713-F747-8A60-330D106E479D}" type="presOf" srcId="{5A1DAFED-7BB3-1748-BA7A-D0B9A95DC7EF}" destId="{11939D72-808C-0940-8700-F15861437A6C}" srcOrd="1" destOrd="0" presId="urn:microsoft.com/office/officeart/2005/8/layout/hierarchy2"/>
    <dgm:cxn modelId="{79B24FCC-A75A-D14F-AF60-900DD60785C2}" type="presOf" srcId="{E459E38B-33DC-064C-891E-84BAA915E182}" destId="{9376E915-93E6-894E-9489-C2291C66CD11}" srcOrd="0" destOrd="0" presId="urn:microsoft.com/office/officeart/2005/8/layout/hierarchy2"/>
    <dgm:cxn modelId="{F7F762CC-4E0C-9F43-86AE-55EE8E09DF7F}" type="presOf" srcId="{344666CC-B520-EA4A-BC22-DF6952FFD7C1}" destId="{F758A10B-4D6B-B443-8E98-36FE6148F9C8}" srcOrd="0" destOrd="0" presId="urn:microsoft.com/office/officeart/2005/8/layout/hierarchy2"/>
    <dgm:cxn modelId="{C168E0D2-6047-154D-82E6-1629BE1B24FD}" type="presOf" srcId="{5037BDE6-787A-0543-AFCB-186FC8BE546F}" destId="{BE504887-F893-2346-B496-006D439E10BD}" srcOrd="0" destOrd="0" presId="urn:microsoft.com/office/officeart/2005/8/layout/hierarchy2"/>
    <dgm:cxn modelId="{8A4DC3D5-99E2-AD4C-A4C4-CC4D2E91EB6C}" type="presOf" srcId="{093CA8F6-AB5E-E348-A68B-C082E695041F}" destId="{D368F93B-28B9-9545-9277-FB637611E184}" srcOrd="1" destOrd="0" presId="urn:microsoft.com/office/officeart/2005/8/layout/hierarchy2"/>
    <dgm:cxn modelId="{8FF5BFDB-88F8-9C4B-A77D-ECD5BB920292}" srcId="{5037BDE6-787A-0543-AFCB-186FC8BE546F}" destId="{2AD3638E-9BCB-F942-8ACB-8C3A271F1B7C}" srcOrd="3" destOrd="0" parTransId="{093CA8F6-AB5E-E348-A68B-C082E695041F}" sibTransId="{A0D14AE7-7CB0-5248-B102-C573282DE71C}"/>
    <dgm:cxn modelId="{92C025DC-11BC-4841-B537-2A2BB960FC4F}" type="presOf" srcId="{6FD4D4BC-BD58-9947-B5EE-4FE5E85576AD}" destId="{92DC94E0-1964-3945-9177-81282F06C805}" srcOrd="1" destOrd="0" presId="urn:microsoft.com/office/officeart/2005/8/layout/hierarchy2"/>
    <dgm:cxn modelId="{6160A9E4-6401-CF45-A684-DC61F9B4C6CC}" type="presOf" srcId="{7514E751-615B-8549-9CBE-103E5DCADD88}" destId="{4A1F5D4F-441B-1E45-B72C-2C62EBA018E1}" srcOrd="0" destOrd="0" presId="urn:microsoft.com/office/officeart/2005/8/layout/hierarchy2"/>
    <dgm:cxn modelId="{D1CF88EA-12EA-BA49-8171-69776BAE6C1A}" srcId="{5037BDE6-787A-0543-AFCB-186FC8BE546F}" destId="{99519DF4-99C1-E840-A5BB-07A667765B88}" srcOrd="2" destOrd="0" parTransId="{5A1DAFED-7BB3-1748-BA7A-D0B9A95DC7EF}" sibTransId="{537800D4-7E05-7C47-8586-EC2DFD9A982E}"/>
    <dgm:cxn modelId="{45FF0EEB-37BF-AD48-B859-146BA3074719}" type="presOf" srcId="{EFEA9F87-08ED-3D42-BE12-09CA4F450B3A}" destId="{BA854375-670E-2E4C-9389-CAF5FE45FC2F}" srcOrd="1" destOrd="0" presId="urn:microsoft.com/office/officeart/2005/8/layout/hierarchy2"/>
    <dgm:cxn modelId="{E33707ED-29C4-5B4E-9EFB-65BBDC22BCF1}" type="presOf" srcId="{6FD4D4BC-BD58-9947-B5EE-4FE5E85576AD}" destId="{B58D4D25-2686-EA48-9BB9-BE36ADEC5FFC}" srcOrd="0" destOrd="0" presId="urn:microsoft.com/office/officeart/2005/8/layout/hierarchy2"/>
    <dgm:cxn modelId="{2A14EFF4-C055-FB4B-B3F5-45839B758E92}" type="presOf" srcId="{7514E751-615B-8549-9CBE-103E5DCADD88}" destId="{7073901A-E4CB-C24B-9F93-D0766DCA6923}" srcOrd="1" destOrd="0" presId="urn:microsoft.com/office/officeart/2005/8/layout/hierarchy2"/>
    <dgm:cxn modelId="{A6045FF8-8EB1-1A45-91F4-8622C572F13E}" type="presOf" srcId="{2BCC58DE-5A96-FF42-B5E7-0E201E9C6A2D}" destId="{8E42D65A-7362-D14D-8A78-30B97637E50D}" srcOrd="1" destOrd="0" presId="urn:microsoft.com/office/officeart/2005/8/layout/hierarchy2"/>
    <dgm:cxn modelId="{D23152FF-82CE-E442-B53C-0588EA2EDF3A}" type="presOf" srcId="{E459E38B-33DC-064C-891E-84BAA915E182}" destId="{54FA09CC-276C-0140-8EB8-74E342686FDA}" srcOrd="1" destOrd="0" presId="urn:microsoft.com/office/officeart/2005/8/layout/hierarchy2"/>
    <dgm:cxn modelId="{7CE6829D-88A4-9441-828F-DB5BD601B2B3}" type="presParOf" srcId="{A9C74FDD-428E-9748-BF10-CEFDCBB4DD24}" destId="{4182D7F8-02A0-7E4E-874F-384CF2C05EE7}" srcOrd="0" destOrd="0" presId="urn:microsoft.com/office/officeart/2005/8/layout/hierarchy2"/>
    <dgm:cxn modelId="{91D4A482-504F-9644-8ABC-451B898EFD1F}" type="presParOf" srcId="{4182D7F8-02A0-7E4E-874F-384CF2C05EE7}" destId="{BE504887-F893-2346-B496-006D439E10BD}" srcOrd="0" destOrd="0" presId="urn:microsoft.com/office/officeart/2005/8/layout/hierarchy2"/>
    <dgm:cxn modelId="{81635F51-61FE-4E4D-81EC-A8E021089CF4}" type="presParOf" srcId="{4182D7F8-02A0-7E4E-874F-384CF2C05EE7}" destId="{EB1CD523-97FA-6C49-B0FE-B5A8007B0377}" srcOrd="1" destOrd="0" presId="urn:microsoft.com/office/officeart/2005/8/layout/hierarchy2"/>
    <dgm:cxn modelId="{F5E25A1E-039B-DC4B-B697-0B762715E40A}" type="presParOf" srcId="{EB1CD523-97FA-6C49-B0FE-B5A8007B0377}" destId="{B58D4D25-2686-EA48-9BB9-BE36ADEC5FFC}" srcOrd="0" destOrd="0" presId="urn:microsoft.com/office/officeart/2005/8/layout/hierarchy2"/>
    <dgm:cxn modelId="{44D01CB9-F03C-0145-9A27-7E924CF41E4A}" type="presParOf" srcId="{B58D4D25-2686-EA48-9BB9-BE36ADEC5FFC}" destId="{92DC94E0-1964-3945-9177-81282F06C805}" srcOrd="0" destOrd="0" presId="urn:microsoft.com/office/officeart/2005/8/layout/hierarchy2"/>
    <dgm:cxn modelId="{EA7872FA-0B11-194E-AE18-15DE12F0DF22}" type="presParOf" srcId="{EB1CD523-97FA-6C49-B0FE-B5A8007B0377}" destId="{4EA66365-FF9C-434A-9252-BD8E233ECB7C}" srcOrd="1" destOrd="0" presId="urn:microsoft.com/office/officeart/2005/8/layout/hierarchy2"/>
    <dgm:cxn modelId="{018986D1-FBE8-C149-9EC2-0C60FB253A28}" type="presParOf" srcId="{4EA66365-FF9C-434A-9252-BD8E233ECB7C}" destId="{83068DA1-849D-C643-9B99-D27405DDC2DE}" srcOrd="0" destOrd="0" presId="urn:microsoft.com/office/officeart/2005/8/layout/hierarchy2"/>
    <dgm:cxn modelId="{AABDDCDF-0F50-D94C-B0B4-2541BE4268D8}" type="presParOf" srcId="{4EA66365-FF9C-434A-9252-BD8E233ECB7C}" destId="{25798CE6-3299-BF44-BF1C-DE419C0A51AB}" srcOrd="1" destOrd="0" presId="urn:microsoft.com/office/officeart/2005/8/layout/hierarchy2"/>
    <dgm:cxn modelId="{B3B6F13E-2C0F-E64C-8AF4-953EC9DD9260}" type="presParOf" srcId="{25798CE6-3299-BF44-BF1C-DE419C0A51AB}" destId="{ACAABD3A-CFF9-FC4C-ACDB-0206E143075C}" srcOrd="0" destOrd="0" presId="urn:microsoft.com/office/officeart/2005/8/layout/hierarchy2"/>
    <dgm:cxn modelId="{05EC78D1-8816-C34A-97FD-71D9654561B6}" type="presParOf" srcId="{ACAABD3A-CFF9-FC4C-ACDB-0206E143075C}" destId="{B70E9908-F9E9-7146-BE5F-9C8292144845}" srcOrd="0" destOrd="0" presId="urn:microsoft.com/office/officeart/2005/8/layout/hierarchy2"/>
    <dgm:cxn modelId="{D6280F08-C093-6744-A9BA-1FC672F9B84B}" type="presParOf" srcId="{25798CE6-3299-BF44-BF1C-DE419C0A51AB}" destId="{B7BC6BA5-27AC-E148-8875-3916582F38F3}" srcOrd="1" destOrd="0" presId="urn:microsoft.com/office/officeart/2005/8/layout/hierarchy2"/>
    <dgm:cxn modelId="{7FFD4D6A-B6EF-A44C-BF33-B715066CC507}" type="presParOf" srcId="{B7BC6BA5-27AC-E148-8875-3916582F38F3}" destId="{D9E90B17-BF00-6E4F-8221-CF7B2AD8338B}" srcOrd="0" destOrd="0" presId="urn:microsoft.com/office/officeart/2005/8/layout/hierarchy2"/>
    <dgm:cxn modelId="{D47F13FA-38AE-234B-A1E8-0A22C45A07B1}" type="presParOf" srcId="{B7BC6BA5-27AC-E148-8875-3916582F38F3}" destId="{BC622E1D-4BBF-024C-A7DB-7CD63F1ACB94}" srcOrd="1" destOrd="0" presId="urn:microsoft.com/office/officeart/2005/8/layout/hierarchy2"/>
    <dgm:cxn modelId="{C04287F8-F6F4-3A45-9676-54CFDF94148E}" type="presParOf" srcId="{25798CE6-3299-BF44-BF1C-DE419C0A51AB}" destId="{F97D3DA1-F2EF-D248-A0D6-CFF21EF91FFF}" srcOrd="2" destOrd="0" presId="urn:microsoft.com/office/officeart/2005/8/layout/hierarchy2"/>
    <dgm:cxn modelId="{2E542426-9438-974A-8EE9-C9BED4ED0FF5}" type="presParOf" srcId="{F97D3DA1-F2EF-D248-A0D6-CFF21EF91FFF}" destId="{568E8EBA-9DDD-594F-9048-0EA27C30C0E3}" srcOrd="0" destOrd="0" presId="urn:microsoft.com/office/officeart/2005/8/layout/hierarchy2"/>
    <dgm:cxn modelId="{1EC1BA9E-2D15-6A49-8E3D-98BEDC5E90DE}" type="presParOf" srcId="{25798CE6-3299-BF44-BF1C-DE419C0A51AB}" destId="{BC63CA0A-7A85-0C45-B2B0-8A401EFC3CC1}" srcOrd="3" destOrd="0" presId="urn:microsoft.com/office/officeart/2005/8/layout/hierarchy2"/>
    <dgm:cxn modelId="{88ED3C4A-A408-4A43-BD0A-4ED805B74EDC}" type="presParOf" srcId="{BC63CA0A-7A85-0C45-B2B0-8A401EFC3CC1}" destId="{EC3BAEA2-C902-CB4A-92A1-00D41CD1690A}" srcOrd="0" destOrd="0" presId="urn:microsoft.com/office/officeart/2005/8/layout/hierarchy2"/>
    <dgm:cxn modelId="{3E3B69F2-ABDF-5847-B3B2-05E4503E4702}" type="presParOf" srcId="{BC63CA0A-7A85-0C45-B2B0-8A401EFC3CC1}" destId="{E2AF9505-4E87-2844-81BF-D4777E20DFD2}" srcOrd="1" destOrd="0" presId="urn:microsoft.com/office/officeart/2005/8/layout/hierarchy2"/>
    <dgm:cxn modelId="{D36472B4-871B-A549-B1BF-AC86119B1461}" type="presParOf" srcId="{25798CE6-3299-BF44-BF1C-DE419C0A51AB}" destId="{5769FF81-C41B-3243-882C-6A2B9300C631}" srcOrd="4" destOrd="0" presId="urn:microsoft.com/office/officeart/2005/8/layout/hierarchy2"/>
    <dgm:cxn modelId="{C7FCA863-DC32-2842-9321-88137ABC4760}" type="presParOf" srcId="{5769FF81-C41B-3243-882C-6A2B9300C631}" destId="{8E42D65A-7362-D14D-8A78-30B97637E50D}" srcOrd="0" destOrd="0" presId="urn:microsoft.com/office/officeart/2005/8/layout/hierarchy2"/>
    <dgm:cxn modelId="{C67AE1AD-0CFC-364F-B2B1-DFF4CD60BD82}" type="presParOf" srcId="{25798CE6-3299-BF44-BF1C-DE419C0A51AB}" destId="{5A66D299-EDFF-EA47-8690-81998074FEC0}" srcOrd="5" destOrd="0" presId="urn:microsoft.com/office/officeart/2005/8/layout/hierarchy2"/>
    <dgm:cxn modelId="{D850AAE8-185D-5E45-97F9-8F88582969F9}" type="presParOf" srcId="{5A66D299-EDFF-EA47-8690-81998074FEC0}" destId="{49336D6F-EC7D-494E-9589-93C66BE33698}" srcOrd="0" destOrd="0" presId="urn:microsoft.com/office/officeart/2005/8/layout/hierarchy2"/>
    <dgm:cxn modelId="{BEB831EE-829A-974C-A73D-DF6AC29C31A4}" type="presParOf" srcId="{5A66D299-EDFF-EA47-8690-81998074FEC0}" destId="{9A002E6D-DFFE-9E4C-986D-933A10AA6C40}" srcOrd="1" destOrd="0" presId="urn:microsoft.com/office/officeart/2005/8/layout/hierarchy2"/>
    <dgm:cxn modelId="{86167CEC-3593-A145-ABFB-A7C2731A0758}" type="presParOf" srcId="{25798CE6-3299-BF44-BF1C-DE419C0A51AB}" destId="{5F2A38C4-3C27-9047-9205-1F9046AA0F80}" srcOrd="6" destOrd="0" presId="urn:microsoft.com/office/officeart/2005/8/layout/hierarchy2"/>
    <dgm:cxn modelId="{6B6EF7E5-BF7F-FE4D-B5BE-DB6EAB22CD3B}" type="presParOf" srcId="{5F2A38C4-3C27-9047-9205-1F9046AA0F80}" destId="{D2E2BC45-1057-0744-90FE-E6F3725C17F4}" srcOrd="0" destOrd="0" presId="urn:microsoft.com/office/officeart/2005/8/layout/hierarchy2"/>
    <dgm:cxn modelId="{A3C8FC63-08F7-2546-8E48-72CD01C1B759}" type="presParOf" srcId="{25798CE6-3299-BF44-BF1C-DE419C0A51AB}" destId="{1B2845E3-68AA-7149-895E-8E29F5F5A22A}" srcOrd="7" destOrd="0" presId="urn:microsoft.com/office/officeart/2005/8/layout/hierarchy2"/>
    <dgm:cxn modelId="{D153A101-602E-F04C-80AC-2D8E2EAFEE2D}" type="presParOf" srcId="{1B2845E3-68AA-7149-895E-8E29F5F5A22A}" destId="{9C62E64F-2BA7-B043-B7C0-C45766C7E65C}" srcOrd="0" destOrd="0" presId="urn:microsoft.com/office/officeart/2005/8/layout/hierarchy2"/>
    <dgm:cxn modelId="{BF398908-6B2D-2849-A1AA-9F09842E74BE}" type="presParOf" srcId="{1B2845E3-68AA-7149-895E-8E29F5F5A22A}" destId="{0FDCCF68-FB9D-694C-BDB7-6F6FF30F1DD3}" srcOrd="1" destOrd="0" presId="urn:microsoft.com/office/officeart/2005/8/layout/hierarchy2"/>
    <dgm:cxn modelId="{CE605848-1B0D-544F-B99B-348CA871FBE4}" type="presParOf" srcId="{EB1CD523-97FA-6C49-B0FE-B5A8007B0377}" destId="{4A1F5D4F-441B-1E45-B72C-2C62EBA018E1}" srcOrd="2" destOrd="0" presId="urn:microsoft.com/office/officeart/2005/8/layout/hierarchy2"/>
    <dgm:cxn modelId="{B016BE38-7487-EF46-9F53-E18581E5C9A2}" type="presParOf" srcId="{4A1F5D4F-441B-1E45-B72C-2C62EBA018E1}" destId="{7073901A-E4CB-C24B-9F93-D0766DCA6923}" srcOrd="0" destOrd="0" presId="urn:microsoft.com/office/officeart/2005/8/layout/hierarchy2"/>
    <dgm:cxn modelId="{377FA0F0-0009-6A44-8236-FE61B173B6CD}" type="presParOf" srcId="{EB1CD523-97FA-6C49-B0FE-B5A8007B0377}" destId="{575F2AD6-EDB4-2D46-933C-19E4C1C4D90F}" srcOrd="3" destOrd="0" presId="urn:microsoft.com/office/officeart/2005/8/layout/hierarchy2"/>
    <dgm:cxn modelId="{2D1704C3-F44C-C143-8DAA-B908188E1B3C}" type="presParOf" srcId="{575F2AD6-EDB4-2D46-933C-19E4C1C4D90F}" destId="{F758A10B-4D6B-B443-8E98-36FE6148F9C8}" srcOrd="0" destOrd="0" presId="urn:microsoft.com/office/officeart/2005/8/layout/hierarchy2"/>
    <dgm:cxn modelId="{E655ABBC-6787-4144-9776-C9AD1684C48B}" type="presParOf" srcId="{575F2AD6-EDB4-2D46-933C-19E4C1C4D90F}" destId="{DC92768C-9418-9649-BEEA-A6F40F3300E9}" srcOrd="1" destOrd="0" presId="urn:microsoft.com/office/officeart/2005/8/layout/hierarchy2"/>
    <dgm:cxn modelId="{33D26D0F-DCE4-6748-ABD2-6D7C6D649718}" type="presParOf" srcId="{EB1CD523-97FA-6C49-B0FE-B5A8007B0377}" destId="{8EB8E3E9-116B-1F47-819A-7BCCD21881EF}" srcOrd="4" destOrd="0" presId="urn:microsoft.com/office/officeart/2005/8/layout/hierarchy2"/>
    <dgm:cxn modelId="{28F17813-7BD2-4E46-839B-166E5D54544E}" type="presParOf" srcId="{8EB8E3E9-116B-1F47-819A-7BCCD21881EF}" destId="{11939D72-808C-0940-8700-F15861437A6C}" srcOrd="0" destOrd="0" presId="urn:microsoft.com/office/officeart/2005/8/layout/hierarchy2"/>
    <dgm:cxn modelId="{BE816976-5F20-FF4D-B00F-C61BB8264914}" type="presParOf" srcId="{EB1CD523-97FA-6C49-B0FE-B5A8007B0377}" destId="{A3A903EF-9262-B04F-8A58-02A856958945}" srcOrd="5" destOrd="0" presId="urn:microsoft.com/office/officeart/2005/8/layout/hierarchy2"/>
    <dgm:cxn modelId="{DFAE4CF0-5AB4-D342-9507-B632FA7D5B89}" type="presParOf" srcId="{A3A903EF-9262-B04F-8A58-02A856958945}" destId="{16CE2EE8-619A-204F-8A7A-FBAEF79E5395}" srcOrd="0" destOrd="0" presId="urn:microsoft.com/office/officeart/2005/8/layout/hierarchy2"/>
    <dgm:cxn modelId="{28AEED42-92DA-884A-A553-C1A27E843363}" type="presParOf" srcId="{A3A903EF-9262-B04F-8A58-02A856958945}" destId="{7D0CCAEC-4E5F-1A47-A3FB-A41D087AF368}" srcOrd="1" destOrd="0" presId="urn:microsoft.com/office/officeart/2005/8/layout/hierarchy2"/>
    <dgm:cxn modelId="{1DB03D55-8C90-BA4F-ABC6-63535B008680}" type="presParOf" srcId="{EB1CD523-97FA-6C49-B0FE-B5A8007B0377}" destId="{CA6A02FE-D380-2C42-8104-8DF93AF0254C}" srcOrd="6" destOrd="0" presId="urn:microsoft.com/office/officeart/2005/8/layout/hierarchy2"/>
    <dgm:cxn modelId="{215FA411-6C6D-444C-82A2-41D5BB4306AD}" type="presParOf" srcId="{CA6A02FE-D380-2C42-8104-8DF93AF0254C}" destId="{D368F93B-28B9-9545-9277-FB637611E184}" srcOrd="0" destOrd="0" presId="urn:microsoft.com/office/officeart/2005/8/layout/hierarchy2"/>
    <dgm:cxn modelId="{73553113-35EE-6943-8218-64E2ED63FB34}" type="presParOf" srcId="{EB1CD523-97FA-6C49-B0FE-B5A8007B0377}" destId="{37EBC6C0-55FF-8D40-886A-88CC6E8CF3C2}" srcOrd="7" destOrd="0" presId="urn:microsoft.com/office/officeart/2005/8/layout/hierarchy2"/>
    <dgm:cxn modelId="{2C8C54B2-C0DF-C549-8790-9A1D71A25189}" type="presParOf" srcId="{37EBC6C0-55FF-8D40-886A-88CC6E8CF3C2}" destId="{750905F2-8ACE-0C44-A17F-C9EFA5958801}" srcOrd="0" destOrd="0" presId="urn:microsoft.com/office/officeart/2005/8/layout/hierarchy2"/>
    <dgm:cxn modelId="{285864DE-14DB-3048-A3FB-D9C18D10D79B}" type="presParOf" srcId="{37EBC6C0-55FF-8D40-886A-88CC6E8CF3C2}" destId="{11A9D39E-751C-164D-AF13-1F8B468E3AD2}" srcOrd="1" destOrd="0" presId="urn:microsoft.com/office/officeart/2005/8/layout/hierarchy2"/>
    <dgm:cxn modelId="{A2C6AB5C-B4C5-CF4D-B069-D54C6B5FE90C}" type="presParOf" srcId="{11A9D39E-751C-164D-AF13-1F8B468E3AD2}" destId="{EA120CC5-3639-F043-8E97-F79DB597C5D7}" srcOrd="0" destOrd="0" presId="urn:microsoft.com/office/officeart/2005/8/layout/hierarchy2"/>
    <dgm:cxn modelId="{AAE6D606-2E1A-FB41-8218-4F2BEFCB7DB9}" type="presParOf" srcId="{EA120CC5-3639-F043-8E97-F79DB597C5D7}" destId="{5E93A95B-5A5B-1242-BB09-B181AA3FE3E4}" srcOrd="0" destOrd="0" presId="urn:microsoft.com/office/officeart/2005/8/layout/hierarchy2"/>
    <dgm:cxn modelId="{8CA9CC55-5F11-FF4A-BB0F-D0A50832E967}" type="presParOf" srcId="{11A9D39E-751C-164D-AF13-1F8B468E3AD2}" destId="{DE6E395C-8484-3140-AE2B-E972A703BA2C}" srcOrd="1" destOrd="0" presId="urn:microsoft.com/office/officeart/2005/8/layout/hierarchy2"/>
    <dgm:cxn modelId="{59EC1C42-951B-FB4A-A018-C34BBDCCB186}" type="presParOf" srcId="{DE6E395C-8484-3140-AE2B-E972A703BA2C}" destId="{5040C119-52C7-464B-8AF9-CFEF2AFCC6F5}" srcOrd="0" destOrd="0" presId="urn:microsoft.com/office/officeart/2005/8/layout/hierarchy2"/>
    <dgm:cxn modelId="{1FF29B3B-7394-4947-AF08-C3FFC37E8BA9}" type="presParOf" srcId="{DE6E395C-8484-3140-AE2B-E972A703BA2C}" destId="{7F15FEAA-E71B-4B41-9FA3-AAB92492DA1A}" srcOrd="1" destOrd="0" presId="urn:microsoft.com/office/officeart/2005/8/layout/hierarchy2"/>
    <dgm:cxn modelId="{AA9CDC4B-EEA8-294D-952F-239FB7C9CCA0}" type="presParOf" srcId="{EB1CD523-97FA-6C49-B0FE-B5A8007B0377}" destId="{A7DAA29B-9C19-4E46-86B2-13B331D5FA63}" srcOrd="8" destOrd="0" presId="urn:microsoft.com/office/officeart/2005/8/layout/hierarchy2"/>
    <dgm:cxn modelId="{0E1F4934-D325-CA4C-9424-87CDBCE751EE}" type="presParOf" srcId="{A7DAA29B-9C19-4E46-86B2-13B331D5FA63}" destId="{BA854375-670E-2E4C-9389-CAF5FE45FC2F}" srcOrd="0" destOrd="0" presId="urn:microsoft.com/office/officeart/2005/8/layout/hierarchy2"/>
    <dgm:cxn modelId="{08B33184-651B-6E45-8512-1EDBAB39C3C8}" type="presParOf" srcId="{EB1CD523-97FA-6C49-B0FE-B5A8007B0377}" destId="{E2EA2CB0-F004-4442-B724-307E89629919}" srcOrd="9" destOrd="0" presId="urn:microsoft.com/office/officeart/2005/8/layout/hierarchy2"/>
    <dgm:cxn modelId="{D88EA85D-ED8D-EB48-89F8-86C5DC91DFF1}" type="presParOf" srcId="{E2EA2CB0-F004-4442-B724-307E89629919}" destId="{E7867F66-4C81-E844-8123-1742BBBEF796}" srcOrd="0" destOrd="0" presId="urn:microsoft.com/office/officeart/2005/8/layout/hierarchy2"/>
    <dgm:cxn modelId="{5D0DF9F1-FFB7-414A-98A5-7BE40E177B34}" type="presParOf" srcId="{E2EA2CB0-F004-4442-B724-307E89629919}" destId="{5433A2FD-7F87-F34A-8665-D77F5DFCC852}" srcOrd="1" destOrd="0" presId="urn:microsoft.com/office/officeart/2005/8/layout/hierarchy2"/>
    <dgm:cxn modelId="{A34A554B-C792-2B4C-8999-B942E6FA4287}" type="presParOf" srcId="{5433A2FD-7F87-F34A-8665-D77F5DFCC852}" destId="{9376E915-93E6-894E-9489-C2291C66CD11}" srcOrd="0" destOrd="0" presId="urn:microsoft.com/office/officeart/2005/8/layout/hierarchy2"/>
    <dgm:cxn modelId="{75E52DEE-9088-CB45-A33E-D2FBBEBB36ED}" type="presParOf" srcId="{9376E915-93E6-894E-9489-C2291C66CD11}" destId="{54FA09CC-276C-0140-8EB8-74E342686FDA}" srcOrd="0" destOrd="0" presId="urn:microsoft.com/office/officeart/2005/8/layout/hierarchy2"/>
    <dgm:cxn modelId="{AC1207D7-A37F-D045-8B49-1618D0201DF7}" type="presParOf" srcId="{5433A2FD-7F87-F34A-8665-D77F5DFCC852}" destId="{06CE425C-169D-BA47-B045-DDE0B2B69DDC}" srcOrd="1" destOrd="0" presId="urn:microsoft.com/office/officeart/2005/8/layout/hierarchy2"/>
    <dgm:cxn modelId="{65D34688-F4E7-5940-A83C-FAAF01BD49A5}" type="presParOf" srcId="{06CE425C-169D-BA47-B045-DDE0B2B69DDC}" destId="{6A13B588-6488-6641-BD47-10D04D1AC5E2}" srcOrd="0" destOrd="0" presId="urn:microsoft.com/office/officeart/2005/8/layout/hierarchy2"/>
    <dgm:cxn modelId="{DB70AF61-25AE-F542-BE93-0C37FE786B94}" type="presParOf" srcId="{06CE425C-169D-BA47-B045-DDE0B2B69DDC}" destId="{3CF11D87-E58F-8443-8083-161B2AB3FCE9}" srcOrd="1" destOrd="0" presId="urn:microsoft.com/office/officeart/2005/8/layout/hierarchy2"/>
    <dgm:cxn modelId="{7C5C8AAB-4F16-2242-A411-455FA8B40AE9}" type="presParOf" srcId="{5433A2FD-7F87-F34A-8665-D77F5DFCC852}" destId="{8238785B-49DF-4448-9AE7-114F22CD07C8}" srcOrd="2" destOrd="0" presId="urn:microsoft.com/office/officeart/2005/8/layout/hierarchy2"/>
    <dgm:cxn modelId="{CBF77657-109B-8D4A-9FB7-9648184EA72B}" type="presParOf" srcId="{8238785B-49DF-4448-9AE7-114F22CD07C8}" destId="{5EEBB21A-EA12-7B4A-AA74-C255D5838C54}" srcOrd="0" destOrd="0" presId="urn:microsoft.com/office/officeart/2005/8/layout/hierarchy2"/>
    <dgm:cxn modelId="{E6F9DC64-8772-824B-B072-1F2DF366C456}" type="presParOf" srcId="{5433A2FD-7F87-F34A-8665-D77F5DFCC852}" destId="{6D5E3534-44D5-E245-8813-F5FBD02924C9}" srcOrd="3" destOrd="0" presId="urn:microsoft.com/office/officeart/2005/8/layout/hierarchy2"/>
    <dgm:cxn modelId="{A3553BFD-1258-7146-ACE6-687B57CB203C}" type="presParOf" srcId="{6D5E3534-44D5-E245-8813-F5FBD02924C9}" destId="{8D0A992E-C9CE-2343-9072-B56AA904F19D}" srcOrd="0" destOrd="0" presId="urn:microsoft.com/office/officeart/2005/8/layout/hierarchy2"/>
    <dgm:cxn modelId="{92FFA228-4689-5847-85EC-B6BF4A3EDB03}" type="presParOf" srcId="{6D5E3534-44D5-E245-8813-F5FBD02924C9}" destId="{9BE45EA9-F3A4-F74C-B067-53AD48DD62A9}" srcOrd="1" destOrd="0" presId="urn:microsoft.com/office/officeart/2005/8/layout/hierarchy2"/>
    <dgm:cxn modelId="{1AB5427E-D3E7-CF4B-8332-E2B14E48FDE4}" type="presParOf" srcId="{EB1CD523-97FA-6C49-B0FE-B5A8007B0377}" destId="{1584C3CB-20DF-F743-B722-D17F98A96F10}" srcOrd="10" destOrd="0" presId="urn:microsoft.com/office/officeart/2005/8/layout/hierarchy2"/>
    <dgm:cxn modelId="{D01F1F66-D6D1-1F44-AB58-CE358FA6A695}" type="presParOf" srcId="{1584C3CB-20DF-F743-B722-D17F98A96F10}" destId="{6429C4A0-9C93-854B-8D94-560B4BCC0D55}" srcOrd="0" destOrd="0" presId="urn:microsoft.com/office/officeart/2005/8/layout/hierarchy2"/>
    <dgm:cxn modelId="{4C2551F2-AB8C-3045-B0F9-17FFD7BF89E0}" type="presParOf" srcId="{EB1CD523-97FA-6C49-B0FE-B5A8007B0377}" destId="{2438AFE2-9463-0F43-BFA0-789DE2839950}" srcOrd="11" destOrd="0" presId="urn:microsoft.com/office/officeart/2005/8/layout/hierarchy2"/>
    <dgm:cxn modelId="{EFA22E8E-C371-434C-8418-BE93451C0C83}" type="presParOf" srcId="{2438AFE2-9463-0F43-BFA0-789DE2839950}" destId="{500A904D-E973-7D4C-8B90-C2C50DA705B5}" srcOrd="0" destOrd="0" presId="urn:microsoft.com/office/officeart/2005/8/layout/hierarchy2"/>
    <dgm:cxn modelId="{8152D47F-D0F6-4549-B375-5096A626E52F}" type="presParOf" srcId="{2438AFE2-9463-0F43-BFA0-789DE2839950}" destId="{191EF72D-A8C8-5246-B849-ED71C80C6D30}" srcOrd="1" destOrd="0" presId="urn:microsoft.com/office/officeart/2005/8/layout/hierarchy2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83F2927-D6E5-1145-9BE2-0F04D2EE115F}" type="doc">
      <dgm:prSet loTypeId="urn:microsoft.com/office/officeart/2005/8/layout/hierarchy2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AD3638E-9BCB-F942-8ACB-8C3A271F1B7C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AlignPinholes_2D</a:t>
          </a:r>
        </a:p>
      </dgm:t>
    </dgm:pt>
    <dgm:pt modelId="{093CA8F6-AB5E-E348-A68B-C082E695041F}" type="parTrans" cxnId="{8FF5BFDB-88F8-9C4B-A77D-ECD5BB920292}">
      <dgm:prSet/>
      <dgm:spPr/>
      <dgm:t>
        <a:bodyPr/>
        <a:lstStyle/>
        <a:p>
          <a:endParaRPr lang="en-US"/>
        </a:p>
      </dgm:t>
    </dgm:pt>
    <dgm:pt modelId="{A0D14AE7-7CB0-5248-B102-C573282DE71C}" type="sibTrans" cxnId="{8FF5BFDB-88F8-9C4B-A77D-ECD5BB920292}">
      <dgm:prSet/>
      <dgm:spPr/>
      <dgm:t>
        <a:bodyPr/>
        <a:lstStyle/>
        <a:p>
          <a:endParaRPr lang="en-US"/>
        </a:p>
      </dgm:t>
    </dgm:pt>
    <dgm:pt modelId="{FF1DC9E5-78F6-BF46-A479-52C13BD4EE2D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 err="1"/>
            <a:t>IterativePinholeAlignment</a:t>
          </a:r>
          <a:endParaRPr lang="en-US" dirty="0"/>
        </a:p>
      </dgm:t>
    </dgm:pt>
    <dgm:pt modelId="{C723513F-AD21-A445-8C6F-7A34F642D441}" type="parTrans" cxnId="{6F51D02F-4143-6946-885B-A4BF7CB548A9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48C89ED7-5B75-8143-B595-7330746F98AB}" type="sibTrans" cxnId="{6F51D02F-4143-6946-885B-A4BF7CB548A9}">
      <dgm:prSet/>
      <dgm:spPr/>
      <dgm:t>
        <a:bodyPr/>
        <a:lstStyle/>
        <a:p>
          <a:endParaRPr lang="en-US"/>
        </a:p>
      </dgm:t>
    </dgm:pt>
    <dgm:pt modelId="{7110DF81-1D51-6B49-A1C8-A7C7D0C0FD38}">
      <dgm:prSet phldrT="[Text]"/>
      <dgm:spPr>
        <a:solidFill>
          <a:srgbClr val="7030A0"/>
        </a:solidFill>
      </dgm:spPr>
      <dgm:t>
        <a:bodyPr/>
        <a:lstStyle/>
        <a:p>
          <a:r>
            <a:rPr lang="en-US" b="0" i="0" dirty="0"/>
            <a:t>horizontallyAlignPinholes_2D</a:t>
          </a:r>
          <a:endParaRPr lang="en-US" dirty="0"/>
        </a:p>
      </dgm:t>
    </dgm:pt>
    <dgm:pt modelId="{7EDD8099-3A15-3846-A429-9949038B35B9}" type="parTrans" cxnId="{1C7FCB6F-B1CA-0344-A853-DBA3F0B461BA}">
      <dgm:prSet/>
      <dgm:spPr>
        <a:ln>
          <a:solidFill>
            <a:srgbClr val="7030A0"/>
          </a:solidFill>
        </a:ln>
      </dgm:spPr>
      <dgm:t>
        <a:bodyPr/>
        <a:lstStyle/>
        <a:p>
          <a:endParaRPr lang="en-US"/>
        </a:p>
      </dgm:t>
    </dgm:pt>
    <dgm:pt modelId="{4702CD1F-1B27-DA4C-8773-05A09370C718}" type="sibTrans" cxnId="{1C7FCB6F-B1CA-0344-A853-DBA3F0B461BA}">
      <dgm:prSet/>
      <dgm:spPr/>
      <dgm:t>
        <a:bodyPr/>
        <a:lstStyle/>
        <a:p>
          <a:endParaRPr lang="en-US"/>
        </a:p>
      </dgm:t>
    </dgm:pt>
    <dgm:pt modelId="{6A0C3BB5-2B13-AE48-B4FC-003A540D5E51}">
      <dgm:prSet phldrT="[Text]"/>
      <dgm:spPr>
        <a:solidFill>
          <a:srgbClr val="7030A0"/>
        </a:solidFill>
      </dgm:spPr>
      <dgm:t>
        <a:bodyPr/>
        <a:lstStyle/>
        <a:p>
          <a:r>
            <a:rPr lang="en-US" b="0" i="0" dirty="0"/>
            <a:t>verticallyAlignPinholes_2D</a:t>
          </a:r>
          <a:endParaRPr lang="en-US" dirty="0"/>
        </a:p>
      </dgm:t>
    </dgm:pt>
    <dgm:pt modelId="{FB6A64E6-E243-1441-B07E-1BF337667F71}" type="parTrans" cxnId="{C2B4FD65-DE33-074F-920E-4CE1372733A8}">
      <dgm:prSet/>
      <dgm:spPr>
        <a:ln>
          <a:solidFill>
            <a:srgbClr val="7030A0"/>
          </a:solidFill>
        </a:ln>
      </dgm:spPr>
      <dgm:t>
        <a:bodyPr/>
        <a:lstStyle/>
        <a:p>
          <a:endParaRPr lang="en-US"/>
        </a:p>
      </dgm:t>
    </dgm:pt>
    <dgm:pt modelId="{0ABAAE6F-CC2E-7045-8809-B42BC7929D1D}" type="sibTrans" cxnId="{C2B4FD65-DE33-074F-920E-4CE1372733A8}">
      <dgm:prSet/>
      <dgm:spPr/>
      <dgm:t>
        <a:bodyPr/>
        <a:lstStyle/>
        <a:p>
          <a:endParaRPr lang="en-US"/>
        </a:p>
      </dgm:t>
    </dgm:pt>
    <dgm:pt modelId="{A9C74FDD-428E-9748-BF10-CEFDCBB4DD24}" type="pres">
      <dgm:prSet presAssocID="{283F2927-D6E5-1145-9BE2-0F04D2EE115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84B0F70-0665-BA42-9F9E-A485171F8DA9}" type="pres">
      <dgm:prSet presAssocID="{2AD3638E-9BCB-F942-8ACB-8C3A271F1B7C}" presName="root1" presStyleCnt="0"/>
      <dgm:spPr/>
    </dgm:pt>
    <dgm:pt modelId="{E5B95224-1584-524A-9B04-C7EDE79D99C4}" type="pres">
      <dgm:prSet presAssocID="{2AD3638E-9BCB-F942-8ACB-8C3A271F1B7C}" presName="LevelOneTextNode" presStyleLbl="node0" presStyleIdx="0" presStyleCnt="1">
        <dgm:presLayoutVars>
          <dgm:chPref val="3"/>
        </dgm:presLayoutVars>
      </dgm:prSet>
      <dgm:spPr/>
    </dgm:pt>
    <dgm:pt modelId="{F175C9AD-5F0D-544A-BE32-4EA59BAD8481}" type="pres">
      <dgm:prSet presAssocID="{2AD3638E-9BCB-F942-8ACB-8C3A271F1B7C}" presName="level2hierChild" presStyleCnt="0"/>
      <dgm:spPr/>
    </dgm:pt>
    <dgm:pt modelId="{EA120CC5-3639-F043-8E97-F79DB597C5D7}" type="pres">
      <dgm:prSet presAssocID="{C723513F-AD21-A445-8C6F-7A34F642D441}" presName="conn2-1" presStyleLbl="parChTrans1D2" presStyleIdx="0" presStyleCnt="1"/>
      <dgm:spPr/>
    </dgm:pt>
    <dgm:pt modelId="{5E93A95B-5A5B-1242-BB09-B181AA3FE3E4}" type="pres">
      <dgm:prSet presAssocID="{C723513F-AD21-A445-8C6F-7A34F642D441}" presName="connTx" presStyleLbl="parChTrans1D2" presStyleIdx="0" presStyleCnt="1"/>
      <dgm:spPr/>
    </dgm:pt>
    <dgm:pt modelId="{DE6E395C-8484-3140-AE2B-E972A703BA2C}" type="pres">
      <dgm:prSet presAssocID="{FF1DC9E5-78F6-BF46-A479-52C13BD4EE2D}" presName="root2" presStyleCnt="0"/>
      <dgm:spPr/>
    </dgm:pt>
    <dgm:pt modelId="{5040C119-52C7-464B-8AF9-CFEF2AFCC6F5}" type="pres">
      <dgm:prSet presAssocID="{FF1DC9E5-78F6-BF46-A479-52C13BD4EE2D}" presName="LevelTwoTextNode" presStyleLbl="node2" presStyleIdx="0" presStyleCnt="1">
        <dgm:presLayoutVars>
          <dgm:chPref val="3"/>
        </dgm:presLayoutVars>
      </dgm:prSet>
      <dgm:spPr/>
    </dgm:pt>
    <dgm:pt modelId="{7F15FEAA-E71B-4B41-9FA3-AAB92492DA1A}" type="pres">
      <dgm:prSet presAssocID="{FF1DC9E5-78F6-BF46-A479-52C13BD4EE2D}" presName="level3hierChild" presStyleCnt="0"/>
      <dgm:spPr/>
    </dgm:pt>
    <dgm:pt modelId="{7DBE2AEB-EC17-394F-B2DD-49D5BA8AC99A}" type="pres">
      <dgm:prSet presAssocID="{7EDD8099-3A15-3846-A429-9949038B35B9}" presName="conn2-1" presStyleLbl="parChTrans1D3" presStyleIdx="0" presStyleCnt="2"/>
      <dgm:spPr/>
    </dgm:pt>
    <dgm:pt modelId="{4D415052-0A40-3241-AA0B-20A299212EA1}" type="pres">
      <dgm:prSet presAssocID="{7EDD8099-3A15-3846-A429-9949038B35B9}" presName="connTx" presStyleLbl="parChTrans1D3" presStyleIdx="0" presStyleCnt="2"/>
      <dgm:spPr/>
    </dgm:pt>
    <dgm:pt modelId="{D0D5B3A8-236D-2947-B004-BA9C9F0340B2}" type="pres">
      <dgm:prSet presAssocID="{7110DF81-1D51-6B49-A1C8-A7C7D0C0FD38}" presName="root2" presStyleCnt="0"/>
      <dgm:spPr/>
    </dgm:pt>
    <dgm:pt modelId="{EFCF8B2F-8144-EF48-9180-DCD7510E7224}" type="pres">
      <dgm:prSet presAssocID="{7110DF81-1D51-6B49-A1C8-A7C7D0C0FD38}" presName="LevelTwoTextNode" presStyleLbl="node3" presStyleIdx="0" presStyleCnt="2">
        <dgm:presLayoutVars>
          <dgm:chPref val="3"/>
        </dgm:presLayoutVars>
      </dgm:prSet>
      <dgm:spPr/>
    </dgm:pt>
    <dgm:pt modelId="{81EEF597-3647-1C44-90D2-C593B9905ADD}" type="pres">
      <dgm:prSet presAssocID="{7110DF81-1D51-6B49-A1C8-A7C7D0C0FD38}" presName="level3hierChild" presStyleCnt="0"/>
      <dgm:spPr/>
    </dgm:pt>
    <dgm:pt modelId="{25F83EE4-DDB9-064D-93AB-AA34CCC93FDA}" type="pres">
      <dgm:prSet presAssocID="{FB6A64E6-E243-1441-B07E-1BF337667F71}" presName="conn2-1" presStyleLbl="parChTrans1D3" presStyleIdx="1" presStyleCnt="2"/>
      <dgm:spPr/>
    </dgm:pt>
    <dgm:pt modelId="{B6064C86-AFB8-9243-8330-D37DF5873066}" type="pres">
      <dgm:prSet presAssocID="{FB6A64E6-E243-1441-B07E-1BF337667F71}" presName="connTx" presStyleLbl="parChTrans1D3" presStyleIdx="1" presStyleCnt="2"/>
      <dgm:spPr/>
    </dgm:pt>
    <dgm:pt modelId="{31975EDB-E7E2-E64C-B195-AC410D15BAD8}" type="pres">
      <dgm:prSet presAssocID="{6A0C3BB5-2B13-AE48-B4FC-003A540D5E51}" presName="root2" presStyleCnt="0"/>
      <dgm:spPr/>
    </dgm:pt>
    <dgm:pt modelId="{FB212A3E-BF88-A348-BE29-369313601F03}" type="pres">
      <dgm:prSet presAssocID="{6A0C3BB5-2B13-AE48-B4FC-003A540D5E51}" presName="LevelTwoTextNode" presStyleLbl="node3" presStyleIdx="1" presStyleCnt="2">
        <dgm:presLayoutVars>
          <dgm:chPref val="3"/>
        </dgm:presLayoutVars>
      </dgm:prSet>
      <dgm:spPr/>
    </dgm:pt>
    <dgm:pt modelId="{C2FB30C0-CA46-494D-8A29-D7A001756D85}" type="pres">
      <dgm:prSet presAssocID="{6A0C3BB5-2B13-AE48-B4FC-003A540D5E51}" presName="level3hierChild" presStyleCnt="0"/>
      <dgm:spPr/>
    </dgm:pt>
  </dgm:ptLst>
  <dgm:cxnLst>
    <dgm:cxn modelId="{28530C13-4E8B-B146-91B1-149BB223A822}" type="presOf" srcId="{7EDD8099-3A15-3846-A429-9949038B35B9}" destId="{7DBE2AEB-EC17-394F-B2DD-49D5BA8AC99A}" srcOrd="0" destOrd="0" presId="urn:microsoft.com/office/officeart/2005/8/layout/hierarchy2"/>
    <dgm:cxn modelId="{2DDA741F-269F-494D-BBC1-46869536BA41}" type="presOf" srcId="{FB6A64E6-E243-1441-B07E-1BF337667F71}" destId="{B6064C86-AFB8-9243-8330-D37DF5873066}" srcOrd="1" destOrd="0" presId="urn:microsoft.com/office/officeart/2005/8/layout/hierarchy2"/>
    <dgm:cxn modelId="{D430AC29-1247-1A43-AD23-ACAC9CC17BF1}" type="presOf" srcId="{6A0C3BB5-2B13-AE48-B4FC-003A540D5E51}" destId="{FB212A3E-BF88-A348-BE29-369313601F03}" srcOrd="0" destOrd="0" presId="urn:microsoft.com/office/officeart/2005/8/layout/hierarchy2"/>
    <dgm:cxn modelId="{635ABB2C-FF5A-FA48-9ECA-E083E876F3E9}" type="presOf" srcId="{FB6A64E6-E243-1441-B07E-1BF337667F71}" destId="{25F83EE4-DDB9-064D-93AB-AA34CCC93FDA}" srcOrd="0" destOrd="0" presId="urn:microsoft.com/office/officeart/2005/8/layout/hierarchy2"/>
    <dgm:cxn modelId="{3B316F2F-10DA-A649-8685-1F69998A5591}" type="presOf" srcId="{C723513F-AD21-A445-8C6F-7A34F642D441}" destId="{EA120CC5-3639-F043-8E97-F79DB597C5D7}" srcOrd="0" destOrd="0" presId="urn:microsoft.com/office/officeart/2005/8/layout/hierarchy2"/>
    <dgm:cxn modelId="{6F51D02F-4143-6946-885B-A4BF7CB548A9}" srcId="{2AD3638E-9BCB-F942-8ACB-8C3A271F1B7C}" destId="{FF1DC9E5-78F6-BF46-A479-52C13BD4EE2D}" srcOrd="0" destOrd="0" parTransId="{C723513F-AD21-A445-8C6F-7A34F642D441}" sibTransId="{48C89ED7-5B75-8143-B595-7330746F98AB}"/>
    <dgm:cxn modelId="{C2B4FD65-DE33-074F-920E-4CE1372733A8}" srcId="{FF1DC9E5-78F6-BF46-A479-52C13BD4EE2D}" destId="{6A0C3BB5-2B13-AE48-B4FC-003A540D5E51}" srcOrd="1" destOrd="0" parTransId="{FB6A64E6-E243-1441-B07E-1BF337667F71}" sibTransId="{0ABAAE6F-CC2E-7045-8809-B42BC7929D1D}"/>
    <dgm:cxn modelId="{1C7FCB6F-B1CA-0344-A853-DBA3F0B461BA}" srcId="{FF1DC9E5-78F6-BF46-A479-52C13BD4EE2D}" destId="{7110DF81-1D51-6B49-A1C8-A7C7D0C0FD38}" srcOrd="0" destOrd="0" parTransId="{7EDD8099-3A15-3846-A429-9949038B35B9}" sibTransId="{4702CD1F-1B27-DA4C-8773-05A09370C718}"/>
    <dgm:cxn modelId="{C57C988C-629B-334B-BFDC-52EF68761AF9}" type="presOf" srcId="{C723513F-AD21-A445-8C6F-7A34F642D441}" destId="{5E93A95B-5A5B-1242-BB09-B181AA3FE3E4}" srcOrd="1" destOrd="0" presId="urn:microsoft.com/office/officeart/2005/8/layout/hierarchy2"/>
    <dgm:cxn modelId="{C91C98B4-24DC-7142-9527-D9819D8EDEE9}" type="presOf" srcId="{283F2927-D6E5-1145-9BE2-0F04D2EE115F}" destId="{A9C74FDD-428E-9748-BF10-CEFDCBB4DD24}" srcOrd="0" destOrd="0" presId="urn:microsoft.com/office/officeart/2005/8/layout/hierarchy2"/>
    <dgm:cxn modelId="{8FF5BFDB-88F8-9C4B-A77D-ECD5BB920292}" srcId="{283F2927-D6E5-1145-9BE2-0F04D2EE115F}" destId="{2AD3638E-9BCB-F942-8ACB-8C3A271F1B7C}" srcOrd="0" destOrd="0" parTransId="{093CA8F6-AB5E-E348-A68B-C082E695041F}" sibTransId="{A0D14AE7-7CB0-5248-B102-C573282DE71C}"/>
    <dgm:cxn modelId="{0F05B9DC-6892-7D47-836A-2706FB3BE9A2}" type="presOf" srcId="{2AD3638E-9BCB-F942-8ACB-8C3A271F1B7C}" destId="{E5B95224-1584-524A-9B04-C7EDE79D99C4}" srcOrd="0" destOrd="0" presId="urn:microsoft.com/office/officeart/2005/8/layout/hierarchy2"/>
    <dgm:cxn modelId="{6C7F99E0-6874-224C-8014-85CB0FFA584B}" type="presOf" srcId="{7110DF81-1D51-6B49-A1C8-A7C7D0C0FD38}" destId="{EFCF8B2F-8144-EF48-9180-DCD7510E7224}" srcOrd="0" destOrd="0" presId="urn:microsoft.com/office/officeart/2005/8/layout/hierarchy2"/>
    <dgm:cxn modelId="{BC0E06FA-FB2B-614B-AD2D-80EB81260ADF}" type="presOf" srcId="{7EDD8099-3A15-3846-A429-9949038B35B9}" destId="{4D415052-0A40-3241-AA0B-20A299212EA1}" srcOrd="1" destOrd="0" presId="urn:microsoft.com/office/officeart/2005/8/layout/hierarchy2"/>
    <dgm:cxn modelId="{CE9404FB-D585-7349-A322-C416F5AD58B4}" type="presOf" srcId="{FF1DC9E5-78F6-BF46-A479-52C13BD4EE2D}" destId="{5040C119-52C7-464B-8AF9-CFEF2AFCC6F5}" srcOrd="0" destOrd="0" presId="urn:microsoft.com/office/officeart/2005/8/layout/hierarchy2"/>
    <dgm:cxn modelId="{74444235-81D5-BE49-8EDC-C25009F35DB4}" type="presParOf" srcId="{A9C74FDD-428E-9748-BF10-CEFDCBB4DD24}" destId="{E84B0F70-0665-BA42-9F9E-A485171F8DA9}" srcOrd="0" destOrd="0" presId="urn:microsoft.com/office/officeart/2005/8/layout/hierarchy2"/>
    <dgm:cxn modelId="{51131BB4-8096-D44B-935B-306134C6B0A8}" type="presParOf" srcId="{E84B0F70-0665-BA42-9F9E-A485171F8DA9}" destId="{E5B95224-1584-524A-9B04-C7EDE79D99C4}" srcOrd="0" destOrd="0" presId="urn:microsoft.com/office/officeart/2005/8/layout/hierarchy2"/>
    <dgm:cxn modelId="{4F2B6C48-1EC6-7845-8FD2-C183EEA2A69C}" type="presParOf" srcId="{E84B0F70-0665-BA42-9F9E-A485171F8DA9}" destId="{F175C9AD-5F0D-544A-BE32-4EA59BAD8481}" srcOrd="1" destOrd="0" presId="urn:microsoft.com/office/officeart/2005/8/layout/hierarchy2"/>
    <dgm:cxn modelId="{946F62E0-28E6-374E-8CA2-CBD9919200BC}" type="presParOf" srcId="{F175C9AD-5F0D-544A-BE32-4EA59BAD8481}" destId="{EA120CC5-3639-F043-8E97-F79DB597C5D7}" srcOrd="0" destOrd="0" presId="urn:microsoft.com/office/officeart/2005/8/layout/hierarchy2"/>
    <dgm:cxn modelId="{BB07533D-9FE1-9D45-BCEF-68E3767D933B}" type="presParOf" srcId="{EA120CC5-3639-F043-8E97-F79DB597C5D7}" destId="{5E93A95B-5A5B-1242-BB09-B181AA3FE3E4}" srcOrd="0" destOrd="0" presId="urn:microsoft.com/office/officeart/2005/8/layout/hierarchy2"/>
    <dgm:cxn modelId="{70A47AA0-657A-A442-B4F3-D619D0E8BC73}" type="presParOf" srcId="{F175C9AD-5F0D-544A-BE32-4EA59BAD8481}" destId="{DE6E395C-8484-3140-AE2B-E972A703BA2C}" srcOrd="1" destOrd="0" presId="urn:microsoft.com/office/officeart/2005/8/layout/hierarchy2"/>
    <dgm:cxn modelId="{6E18E9A8-96CB-BF44-8E77-8864682FBF05}" type="presParOf" srcId="{DE6E395C-8484-3140-AE2B-E972A703BA2C}" destId="{5040C119-52C7-464B-8AF9-CFEF2AFCC6F5}" srcOrd="0" destOrd="0" presId="urn:microsoft.com/office/officeart/2005/8/layout/hierarchy2"/>
    <dgm:cxn modelId="{5531ACF7-95DF-0E45-A5FD-2E0F1563F8A2}" type="presParOf" srcId="{DE6E395C-8484-3140-AE2B-E972A703BA2C}" destId="{7F15FEAA-E71B-4B41-9FA3-AAB92492DA1A}" srcOrd="1" destOrd="0" presId="urn:microsoft.com/office/officeart/2005/8/layout/hierarchy2"/>
    <dgm:cxn modelId="{1BBC8B00-F88F-2449-BB7D-7FBDB4AC73BA}" type="presParOf" srcId="{7F15FEAA-E71B-4B41-9FA3-AAB92492DA1A}" destId="{7DBE2AEB-EC17-394F-B2DD-49D5BA8AC99A}" srcOrd="0" destOrd="0" presId="urn:microsoft.com/office/officeart/2005/8/layout/hierarchy2"/>
    <dgm:cxn modelId="{A9261022-5532-F943-8EAF-3FE030A45960}" type="presParOf" srcId="{7DBE2AEB-EC17-394F-B2DD-49D5BA8AC99A}" destId="{4D415052-0A40-3241-AA0B-20A299212EA1}" srcOrd="0" destOrd="0" presId="urn:microsoft.com/office/officeart/2005/8/layout/hierarchy2"/>
    <dgm:cxn modelId="{C0C30F18-246B-E64C-91F2-449776AC8D6C}" type="presParOf" srcId="{7F15FEAA-E71B-4B41-9FA3-AAB92492DA1A}" destId="{D0D5B3A8-236D-2947-B004-BA9C9F0340B2}" srcOrd="1" destOrd="0" presId="urn:microsoft.com/office/officeart/2005/8/layout/hierarchy2"/>
    <dgm:cxn modelId="{229CAA4A-BEA2-9346-A860-81380A27B625}" type="presParOf" srcId="{D0D5B3A8-236D-2947-B004-BA9C9F0340B2}" destId="{EFCF8B2F-8144-EF48-9180-DCD7510E7224}" srcOrd="0" destOrd="0" presId="urn:microsoft.com/office/officeart/2005/8/layout/hierarchy2"/>
    <dgm:cxn modelId="{65EFCB16-C882-524F-A2B1-39C7FD9C53B1}" type="presParOf" srcId="{D0D5B3A8-236D-2947-B004-BA9C9F0340B2}" destId="{81EEF597-3647-1C44-90D2-C593B9905ADD}" srcOrd="1" destOrd="0" presId="urn:microsoft.com/office/officeart/2005/8/layout/hierarchy2"/>
    <dgm:cxn modelId="{37C6C85A-3C47-C445-BA9A-90DB91B9ACF9}" type="presParOf" srcId="{7F15FEAA-E71B-4B41-9FA3-AAB92492DA1A}" destId="{25F83EE4-DDB9-064D-93AB-AA34CCC93FDA}" srcOrd="2" destOrd="0" presId="urn:microsoft.com/office/officeart/2005/8/layout/hierarchy2"/>
    <dgm:cxn modelId="{0BECA7EF-8000-1946-B184-184DE8FFA4AA}" type="presParOf" srcId="{25F83EE4-DDB9-064D-93AB-AA34CCC93FDA}" destId="{B6064C86-AFB8-9243-8330-D37DF5873066}" srcOrd="0" destOrd="0" presId="urn:microsoft.com/office/officeart/2005/8/layout/hierarchy2"/>
    <dgm:cxn modelId="{FC2518B3-BAFF-E04F-AACB-89816EBD45F0}" type="presParOf" srcId="{7F15FEAA-E71B-4B41-9FA3-AAB92492DA1A}" destId="{31975EDB-E7E2-E64C-B195-AC410D15BAD8}" srcOrd="3" destOrd="0" presId="urn:microsoft.com/office/officeart/2005/8/layout/hierarchy2"/>
    <dgm:cxn modelId="{2DC88573-4329-A34E-811B-981126C6AF38}" type="presParOf" srcId="{31975EDB-E7E2-E64C-B195-AC410D15BAD8}" destId="{FB212A3E-BF88-A348-BE29-369313601F03}" srcOrd="0" destOrd="0" presId="urn:microsoft.com/office/officeart/2005/8/layout/hierarchy2"/>
    <dgm:cxn modelId="{9DC52FD4-C58D-F947-A75E-D53870BC55D2}" type="presParOf" srcId="{31975EDB-E7E2-E64C-B195-AC410D15BAD8}" destId="{C2FB30C0-CA46-494D-8A29-D7A001756D8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83F2927-D6E5-1145-9BE2-0F04D2EE115F}" type="doc">
      <dgm:prSet loTypeId="urn:microsoft.com/office/officeart/2005/8/layout/hierarchy2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AD3638E-9BCB-F942-8ACB-8C3A271F1B7C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TheoreticalAnalysis_2D</a:t>
          </a:r>
        </a:p>
      </dgm:t>
    </dgm:pt>
    <dgm:pt modelId="{093CA8F6-AB5E-E348-A68B-C082E695041F}" type="parTrans" cxnId="{8FF5BFDB-88F8-9C4B-A77D-ECD5BB920292}">
      <dgm:prSet/>
      <dgm:spPr/>
      <dgm:t>
        <a:bodyPr/>
        <a:lstStyle/>
        <a:p>
          <a:endParaRPr lang="en-US"/>
        </a:p>
      </dgm:t>
    </dgm:pt>
    <dgm:pt modelId="{A0D14AE7-7CB0-5248-B102-C573282DE71C}" type="sibTrans" cxnId="{8FF5BFDB-88F8-9C4B-A77D-ECD5BB920292}">
      <dgm:prSet/>
      <dgm:spPr/>
      <dgm:t>
        <a:bodyPr/>
        <a:lstStyle/>
        <a:p>
          <a:endParaRPr lang="en-US"/>
        </a:p>
      </dgm:t>
    </dgm:pt>
    <dgm:pt modelId="{5E7E6D1E-D27D-DB42-8886-A8F3D338C8E3}">
      <dgm:prSet phldrT="[Text]"/>
      <dgm:spPr>
        <a:solidFill>
          <a:srgbClr val="0070C0"/>
        </a:solidFill>
      </dgm:spPr>
      <dgm:t>
        <a:bodyPr/>
        <a:lstStyle/>
        <a:p>
          <a:r>
            <a:rPr lang="en-US" b="0" i="0" dirty="0" err="1"/>
            <a:t>extractFilterFileName</a:t>
          </a:r>
          <a:endParaRPr lang="en-US" dirty="0"/>
        </a:p>
      </dgm:t>
    </dgm:pt>
    <dgm:pt modelId="{17B568AD-1B26-FB4F-AFA6-B6B0BD391ED8}" type="parTrans" cxnId="{A4AAF1D5-C8BF-4D49-9A32-A44FFB4E6AFE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559B072F-3788-0F42-832C-B69F4F62BB69}" type="sibTrans" cxnId="{A4AAF1D5-C8BF-4D49-9A32-A44FFB4E6AFE}">
      <dgm:prSet/>
      <dgm:spPr/>
      <dgm:t>
        <a:bodyPr/>
        <a:lstStyle/>
        <a:p>
          <a:endParaRPr lang="en-US"/>
        </a:p>
      </dgm:t>
    </dgm:pt>
    <dgm:pt modelId="{F79E6D87-8C38-BA41-A1CB-278941CEF9BE}">
      <dgm:prSet phldrT="[Text]"/>
      <dgm:spPr>
        <a:solidFill>
          <a:srgbClr val="0070C0"/>
        </a:solidFill>
      </dgm:spPr>
      <dgm:t>
        <a:bodyPr/>
        <a:lstStyle/>
        <a:p>
          <a:r>
            <a:rPr lang="en-US" b="0" i="0" dirty="0" err="1"/>
            <a:t>extractFilterThickness</a:t>
          </a:r>
          <a:endParaRPr lang="en-US" dirty="0"/>
        </a:p>
      </dgm:t>
    </dgm:pt>
    <dgm:pt modelId="{323A31DB-C4E9-C945-AF38-53CD388872B2}" type="parTrans" cxnId="{62834C47-A0EC-FE42-82AE-2462B0F61E32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B7294CA2-93EF-2B43-97D8-B20241AB9A0B}" type="sibTrans" cxnId="{62834C47-A0EC-FE42-82AE-2462B0F61E32}">
      <dgm:prSet/>
      <dgm:spPr/>
      <dgm:t>
        <a:bodyPr/>
        <a:lstStyle/>
        <a:p>
          <a:endParaRPr lang="en-US"/>
        </a:p>
      </dgm:t>
    </dgm:pt>
    <dgm:pt modelId="{7430DCEB-6A6C-F146-B090-43CF8495C275}">
      <dgm:prSet phldrT="[Text]"/>
      <dgm:spPr>
        <a:solidFill>
          <a:srgbClr val="0070C0"/>
        </a:solidFill>
      </dgm:spPr>
      <dgm:t>
        <a:bodyPr/>
        <a:lstStyle/>
        <a:p>
          <a:r>
            <a:rPr lang="en-US" b="0" i="0" dirty="0" err="1"/>
            <a:t>calculateTransmissionCurves</a:t>
          </a:r>
          <a:endParaRPr lang="en-US" dirty="0"/>
        </a:p>
      </dgm:t>
    </dgm:pt>
    <dgm:pt modelId="{C2DCE993-E690-FC43-B524-8509AA1FF00D}" type="parTrans" cxnId="{C7DAC3B7-F1C2-5747-B91C-A601F17595DA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91AEA8B3-9F56-7946-AA97-44EDF881C967}" type="sibTrans" cxnId="{C7DAC3B7-F1C2-5747-B91C-A601F17595DA}">
      <dgm:prSet/>
      <dgm:spPr/>
      <dgm:t>
        <a:bodyPr/>
        <a:lstStyle/>
        <a:p>
          <a:endParaRPr lang="en-US"/>
        </a:p>
      </dgm:t>
    </dgm:pt>
    <dgm:pt modelId="{BC320F43-8E25-A94B-B5EA-9F49AE638562}">
      <dgm:prSet phldrT="[Text]"/>
      <dgm:spPr>
        <a:solidFill>
          <a:srgbClr val="7030A0"/>
        </a:solidFill>
      </dgm:spPr>
      <dgm:t>
        <a:bodyPr/>
        <a:lstStyle/>
        <a:p>
          <a:r>
            <a:rPr lang="en-US" b="0" i="0" dirty="0"/>
            <a:t>GetFilterTransmission_v2</a:t>
          </a:r>
          <a:endParaRPr lang="en-US" dirty="0"/>
        </a:p>
      </dgm:t>
    </dgm:pt>
    <dgm:pt modelId="{57C64CBC-279F-834E-B154-A38A2CD61D2D}" type="parTrans" cxnId="{82683B89-D282-9C46-9E95-23A1EF600A6D}">
      <dgm:prSet/>
      <dgm:spPr>
        <a:ln>
          <a:solidFill>
            <a:srgbClr val="7030A0"/>
          </a:solidFill>
        </a:ln>
      </dgm:spPr>
      <dgm:t>
        <a:bodyPr/>
        <a:lstStyle/>
        <a:p>
          <a:endParaRPr lang="en-US"/>
        </a:p>
      </dgm:t>
    </dgm:pt>
    <dgm:pt modelId="{D81747EB-9E77-8F4D-85D6-1126A9D4AF91}" type="sibTrans" cxnId="{82683B89-D282-9C46-9E95-23A1EF600A6D}">
      <dgm:prSet/>
      <dgm:spPr/>
      <dgm:t>
        <a:bodyPr/>
        <a:lstStyle/>
        <a:p>
          <a:endParaRPr lang="en-US"/>
        </a:p>
      </dgm:t>
    </dgm:pt>
    <dgm:pt modelId="{AB305D2C-06F9-BA45-A3CF-E62E1F40B8F9}">
      <dgm:prSet/>
      <dgm:spPr>
        <a:solidFill>
          <a:srgbClr val="0070C0"/>
        </a:solidFill>
      </dgm:spPr>
      <dgm:t>
        <a:bodyPr/>
        <a:lstStyle/>
        <a:p>
          <a:r>
            <a:rPr lang="en-US" b="0" i="0" dirty="0" err="1"/>
            <a:t>calculateTheoreticalRatio</a:t>
          </a:r>
          <a:endParaRPr lang="en-US" b="0" i="0" dirty="0"/>
        </a:p>
      </dgm:t>
    </dgm:pt>
    <dgm:pt modelId="{67A6222C-CC24-BD43-9C21-3248F29560A1}" type="parTrans" cxnId="{2B8D4012-F79F-4643-8088-057FB3C6465A}">
      <dgm:prSet/>
      <dgm:spPr>
        <a:ln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8D6924F5-5A78-4B4F-B5B3-20BC490B5C55}" type="sibTrans" cxnId="{2B8D4012-F79F-4643-8088-057FB3C6465A}">
      <dgm:prSet/>
      <dgm:spPr/>
      <dgm:t>
        <a:bodyPr/>
        <a:lstStyle/>
        <a:p>
          <a:endParaRPr lang="en-US"/>
        </a:p>
      </dgm:t>
    </dgm:pt>
    <dgm:pt modelId="{F5796BAF-BDC1-CA42-AA2F-9725BBE12CAA}">
      <dgm:prSet/>
      <dgm:spPr>
        <a:solidFill>
          <a:srgbClr val="7030A0"/>
        </a:solidFill>
      </dgm:spPr>
      <dgm:t>
        <a:bodyPr/>
        <a:lstStyle/>
        <a:p>
          <a:r>
            <a:rPr lang="en-US" b="0" i="0" dirty="0" err="1"/>
            <a:t>DetectorResponse</a:t>
          </a:r>
          <a:endParaRPr lang="en-US" b="0" i="0" dirty="0"/>
        </a:p>
      </dgm:t>
    </dgm:pt>
    <dgm:pt modelId="{0A2B0F1D-F593-854F-ADDF-E7C33DEDDC9A}" type="parTrans" cxnId="{F72F23EA-10BA-D249-90DD-0849801DEBA0}">
      <dgm:prSet/>
      <dgm:spPr>
        <a:ln>
          <a:solidFill>
            <a:srgbClr val="7030A0"/>
          </a:solidFill>
        </a:ln>
      </dgm:spPr>
      <dgm:t>
        <a:bodyPr/>
        <a:lstStyle/>
        <a:p>
          <a:endParaRPr lang="en-US"/>
        </a:p>
      </dgm:t>
    </dgm:pt>
    <dgm:pt modelId="{2A47D3CF-297D-E44F-98DC-3D073726CCAB}" type="sibTrans" cxnId="{F72F23EA-10BA-D249-90DD-0849801DEBA0}">
      <dgm:prSet/>
      <dgm:spPr/>
      <dgm:t>
        <a:bodyPr/>
        <a:lstStyle/>
        <a:p>
          <a:endParaRPr lang="en-US"/>
        </a:p>
      </dgm:t>
    </dgm:pt>
    <dgm:pt modelId="{A9C74FDD-428E-9748-BF10-CEFDCBB4DD24}" type="pres">
      <dgm:prSet presAssocID="{283F2927-D6E5-1145-9BE2-0F04D2EE115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84B0F70-0665-BA42-9F9E-A485171F8DA9}" type="pres">
      <dgm:prSet presAssocID="{2AD3638E-9BCB-F942-8ACB-8C3A271F1B7C}" presName="root1" presStyleCnt="0"/>
      <dgm:spPr/>
    </dgm:pt>
    <dgm:pt modelId="{E5B95224-1584-524A-9B04-C7EDE79D99C4}" type="pres">
      <dgm:prSet presAssocID="{2AD3638E-9BCB-F942-8ACB-8C3A271F1B7C}" presName="LevelOneTextNode" presStyleLbl="node0" presStyleIdx="0" presStyleCnt="1">
        <dgm:presLayoutVars>
          <dgm:chPref val="3"/>
        </dgm:presLayoutVars>
      </dgm:prSet>
      <dgm:spPr/>
    </dgm:pt>
    <dgm:pt modelId="{F175C9AD-5F0D-544A-BE32-4EA59BAD8481}" type="pres">
      <dgm:prSet presAssocID="{2AD3638E-9BCB-F942-8ACB-8C3A271F1B7C}" presName="level2hierChild" presStyleCnt="0"/>
      <dgm:spPr/>
    </dgm:pt>
    <dgm:pt modelId="{2B9E1C5A-43AC-464B-994B-0179F64F8C47}" type="pres">
      <dgm:prSet presAssocID="{17B568AD-1B26-FB4F-AFA6-B6B0BD391ED8}" presName="conn2-1" presStyleLbl="parChTrans1D2" presStyleIdx="0" presStyleCnt="4"/>
      <dgm:spPr/>
    </dgm:pt>
    <dgm:pt modelId="{02D309E8-4B98-E544-A861-C6C56EC19DA4}" type="pres">
      <dgm:prSet presAssocID="{17B568AD-1B26-FB4F-AFA6-B6B0BD391ED8}" presName="connTx" presStyleLbl="parChTrans1D2" presStyleIdx="0" presStyleCnt="4"/>
      <dgm:spPr/>
    </dgm:pt>
    <dgm:pt modelId="{988E651D-BD12-A340-8914-1A8F5270F708}" type="pres">
      <dgm:prSet presAssocID="{5E7E6D1E-D27D-DB42-8886-A8F3D338C8E3}" presName="root2" presStyleCnt="0"/>
      <dgm:spPr/>
    </dgm:pt>
    <dgm:pt modelId="{51237BD2-E219-5F4E-8982-5C0F723F977C}" type="pres">
      <dgm:prSet presAssocID="{5E7E6D1E-D27D-DB42-8886-A8F3D338C8E3}" presName="LevelTwoTextNode" presStyleLbl="node2" presStyleIdx="0" presStyleCnt="4">
        <dgm:presLayoutVars>
          <dgm:chPref val="3"/>
        </dgm:presLayoutVars>
      </dgm:prSet>
      <dgm:spPr/>
    </dgm:pt>
    <dgm:pt modelId="{57D97F10-3BCB-E749-A99B-190A8A67084B}" type="pres">
      <dgm:prSet presAssocID="{5E7E6D1E-D27D-DB42-8886-A8F3D338C8E3}" presName="level3hierChild" presStyleCnt="0"/>
      <dgm:spPr/>
    </dgm:pt>
    <dgm:pt modelId="{708A8A21-0E12-814F-B6C9-21055C05C323}" type="pres">
      <dgm:prSet presAssocID="{323A31DB-C4E9-C945-AF38-53CD388872B2}" presName="conn2-1" presStyleLbl="parChTrans1D2" presStyleIdx="1" presStyleCnt="4"/>
      <dgm:spPr/>
    </dgm:pt>
    <dgm:pt modelId="{A81EE2E9-3A7F-E840-9006-EDCB17DCD2EC}" type="pres">
      <dgm:prSet presAssocID="{323A31DB-C4E9-C945-AF38-53CD388872B2}" presName="connTx" presStyleLbl="parChTrans1D2" presStyleIdx="1" presStyleCnt="4"/>
      <dgm:spPr/>
    </dgm:pt>
    <dgm:pt modelId="{F985B10E-653F-6546-85CD-F43C348B2C95}" type="pres">
      <dgm:prSet presAssocID="{F79E6D87-8C38-BA41-A1CB-278941CEF9BE}" presName="root2" presStyleCnt="0"/>
      <dgm:spPr/>
    </dgm:pt>
    <dgm:pt modelId="{C5B8C119-39E8-6A47-BB94-A39E61B34E2E}" type="pres">
      <dgm:prSet presAssocID="{F79E6D87-8C38-BA41-A1CB-278941CEF9BE}" presName="LevelTwoTextNode" presStyleLbl="node2" presStyleIdx="1" presStyleCnt="4">
        <dgm:presLayoutVars>
          <dgm:chPref val="3"/>
        </dgm:presLayoutVars>
      </dgm:prSet>
      <dgm:spPr/>
    </dgm:pt>
    <dgm:pt modelId="{CAA0D89A-0755-AD46-B1E9-A85D2274E242}" type="pres">
      <dgm:prSet presAssocID="{F79E6D87-8C38-BA41-A1CB-278941CEF9BE}" presName="level3hierChild" presStyleCnt="0"/>
      <dgm:spPr/>
    </dgm:pt>
    <dgm:pt modelId="{BA942983-4DD7-1C4C-878B-576C7186644C}" type="pres">
      <dgm:prSet presAssocID="{C2DCE993-E690-FC43-B524-8509AA1FF00D}" presName="conn2-1" presStyleLbl="parChTrans1D2" presStyleIdx="2" presStyleCnt="4"/>
      <dgm:spPr/>
    </dgm:pt>
    <dgm:pt modelId="{DB0728A1-A2DA-7243-9186-1CBA03DD79A3}" type="pres">
      <dgm:prSet presAssocID="{C2DCE993-E690-FC43-B524-8509AA1FF00D}" presName="connTx" presStyleLbl="parChTrans1D2" presStyleIdx="2" presStyleCnt="4"/>
      <dgm:spPr/>
    </dgm:pt>
    <dgm:pt modelId="{BA34420D-BF72-D841-B194-57DCCB8395B2}" type="pres">
      <dgm:prSet presAssocID="{7430DCEB-6A6C-F146-B090-43CF8495C275}" presName="root2" presStyleCnt="0"/>
      <dgm:spPr/>
    </dgm:pt>
    <dgm:pt modelId="{19402FFE-9ACD-DE4D-A95C-78E6CBDC2E05}" type="pres">
      <dgm:prSet presAssocID="{7430DCEB-6A6C-F146-B090-43CF8495C275}" presName="LevelTwoTextNode" presStyleLbl="node2" presStyleIdx="2" presStyleCnt="4">
        <dgm:presLayoutVars>
          <dgm:chPref val="3"/>
        </dgm:presLayoutVars>
      </dgm:prSet>
      <dgm:spPr/>
    </dgm:pt>
    <dgm:pt modelId="{36FCCE53-DAD0-3146-BD54-DE9022BA3E35}" type="pres">
      <dgm:prSet presAssocID="{7430DCEB-6A6C-F146-B090-43CF8495C275}" presName="level3hierChild" presStyleCnt="0"/>
      <dgm:spPr/>
    </dgm:pt>
    <dgm:pt modelId="{979CAFF6-238C-9B4D-BA27-A68CD9CC60D4}" type="pres">
      <dgm:prSet presAssocID="{57C64CBC-279F-834E-B154-A38A2CD61D2D}" presName="conn2-1" presStyleLbl="parChTrans1D3" presStyleIdx="0" presStyleCnt="2"/>
      <dgm:spPr/>
    </dgm:pt>
    <dgm:pt modelId="{8580D3F4-7A37-2648-8F3F-7B32A7CB66D4}" type="pres">
      <dgm:prSet presAssocID="{57C64CBC-279F-834E-B154-A38A2CD61D2D}" presName="connTx" presStyleLbl="parChTrans1D3" presStyleIdx="0" presStyleCnt="2"/>
      <dgm:spPr/>
    </dgm:pt>
    <dgm:pt modelId="{A20703A2-7053-8F4F-BCCB-30338651574C}" type="pres">
      <dgm:prSet presAssocID="{BC320F43-8E25-A94B-B5EA-9F49AE638562}" presName="root2" presStyleCnt="0"/>
      <dgm:spPr/>
    </dgm:pt>
    <dgm:pt modelId="{980C0656-3DAA-C341-95CE-7DF1CCD5E5EB}" type="pres">
      <dgm:prSet presAssocID="{BC320F43-8E25-A94B-B5EA-9F49AE638562}" presName="LevelTwoTextNode" presStyleLbl="node3" presStyleIdx="0" presStyleCnt="2">
        <dgm:presLayoutVars>
          <dgm:chPref val="3"/>
        </dgm:presLayoutVars>
      </dgm:prSet>
      <dgm:spPr/>
    </dgm:pt>
    <dgm:pt modelId="{C32D5FC2-6890-FD45-9354-DE9389C6D0C8}" type="pres">
      <dgm:prSet presAssocID="{BC320F43-8E25-A94B-B5EA-9F49AE638562}" presName="level3hierChild" presStyleCnt="0"/>
      <dgm:spPr/>
    </dgm:pt>
    <dgm:pt modelId="{D51EFD1D-FE62-D94F-ABA2-737A7FD4077C}" type="pres">
      <dgm:prSet presAssocID="{67A6222C-CC24-BD43-9C21-3248F29560A1}" presName="conn2-1" presStyleLbl="parChTrans1D2" presStyleIdx="3" presStyleCnt="4"/>
      <dgm:spPr/>
    </dgm:pt>
    <dgm:pt modelId="{6823C126-8779-6B43-A655-310B31D6088B}" type="pres">
      <dgm:prSet presAssocID="{67A6222C-CC24-BD43-9C21-3248F29560A1}" presName="connTx" presStyleLbl="parChTrans1D2" presStyleIdx="3" presStyleCnt="4"/>
      <dgm:spPr/>
    </dgm:pt>
    <dgm:pt modelId="{53510831-66E7-DE45-9132-2A137E865AAB}" type="pres">
      <dgm:prSet presAssocID="{AB305D2C-06F9-BA45-A3CF-E62E1F40B8F9}" presName="root2" presStyleCnt="0"/>
      <dgm:spPr/>
    </dgm:pt>
    <dgm:pt modelId="{8EB63B58-FC1D-4946-8629-230AA943C250}" type="pres">
      <dgm:prSet presAssocID="{AB305D2C-06F9-BA45-A3CF-E62E1F40B8F9}" presName="LevelTwoTextNode" presStyleLbl="node2" presStyleIdx="3" presStyleCnt="4">
        <dgm:presLayoutVars>
          <dgm:chPref val="3"/>
        </dgm:presLayoutVars>
      </dgm:prSet>
      <dgm:spPr/>
    </dgm:pt>
    <dgm:pt modelId="{6645C3B0-9149-E848-BBCA-12A472B809AF}" type="pres">
      <dgm:prSet presAssocID="{AB305D2C-06F9-BA45-A3CF-E62E1F40B8F9}" presName="level3hierChild" presStyleCnt="0"/>
      <dgm:spPr/>
    </dgm:pt>
    <dgm:pt modelId="{043C22A1-415B-0644-9640-228D61FBA5D1}" type="pres">
      <dgm:prSet presAssocID="{0A2B0F1D-F593-854F-ADDF-E7C33DEDDC9A}" presName="conn2-1" presStyleLbl="parChTrans1D3" presStyleIdx="1" presStyleCnt="2"/>
      <dgm:spPr/>
    </dgm:pt>
    <dgm:pt modelId="{438BF184-EE22-FC4E-B839-B0B9EDBB6C81}" type="pres">
      <dgm:prSet presAssocID="{0A2B0F1D-F593-854F-ADDF-E7C33DEDDC9A}" presName="connTx" presStyleLbl="parChTrans1D3" presStyleIdx="1" presStyleCnt="2"/>
      <dgm:spPr/>
    </dgm:pt>
    <dgm:pt modelId="{29135DE5-BE8A-C04F-B412-9B494DDAD7E7}" type="pres">
      <dgm:prSet presAssocID="{F5796BAF-BDC1-CA42-AA2F-9725BBE12CAA}" presName="root2" presStyleCnt="0"/>
      <dgm:spPr/>
    </dgm:pt>
    <dgm:pt modelId="{F730A2F4-A04C-3942-A252-1D03913EA53D}" type="pres">
      <dgm:prSet presAssocID="{F5796BAF-BDC1-CA42-AA2F-9725BBE12CAA}" presName="LevelTwoTextNode" presStyleLbl="node3" presStyleIdx="1" presStyleCnt="2">
        <dgm:presLayoutVars>
          <dgm:chPref val="3"/>
        </dgm:presLayoutVars>
      </dgm:prSet>
      <dgm:spPr/>
    </dgm:pt>
    <dgm:pt modelId="{90C05A71-281E-2045-A84D-8E109AAA73BC}" type="pres">
      <dgm:prSet presAssocID="{F5796BAF-BDC1-CA42-AA2F-9725BBE12CAA}" presName="level3hierChild" presStyleCnt="0"/>
      <dgm:spPr/>
    </dgm:pt>
  </dgm:ptLst>
  <dgm:cxnLst>
    <dgm:cxn modelId="{E5D2580A-FE9E-0748-99A5-37D73A04343E}" type="presOf" srcId="{323A31DB-C4E9-C945-AF38-53CD388872B2}" destId="{708A8A21-0E12-814F-B6C9-21055C05C323}" srcOrd="0" destOrd="0" presId="urn:microsoft.com/office/officeart/2005/8/layout/hierarchy2"/>
    <dgm:cxn modelId="{2B8D4012-F79F-4643-8088-057FB3C6465A}" srcId="{2AD3638E-9BCB-F942-8ACB-8C3A271F1B7C}" destId="{AB305D2C-06F9-BA45-A3CF-E62E1F40B8F9}" srcOrd="3" destOrd="0" parTransId="{67A6222C-CC24-BD43-9C21-3248F29560A1}" sibTransId="{8D6924F5-5A78-4B4F-B5B3-20BC490B5C55}"/>
    <dgm:cxn modelId="{14CF1E18-D93F-3446-8AC5-F7C535ABBBEA}" type="presOf" srcId="{F79E6D87-8C38-BA41-A1CB-278941CEF9BE}" destId="{C5B8C119-39E8-6A47-BB94-A39E61B34E2E}" srcOrd="0" destOrd="0" presId="urn:microsoft.com/office/officeart/2005/8/layout/hierarchy2"/>
    <dgm:cxn modelId="{59370A1D-00E7-2441-9139-BE728A72B10B}" type="presOf" srcId="{BC320F43-8E25-A94B-B5EA-9F49AE638562}" destId="{980C0656-3DAA-C341-95CE-7DF1CCD5E5EB}" srcOrd="0" destOrd="0" presId="urn:microsoft.com/office/officeart/2005/8/layout/hierarchy2"/>
    <dgm:cxn modelId="{7A723D38-D4D7-3945-B5C6-537A508E427A}" type="presOf" srcId="{57C64CBC-279F-834E-B154-A38A2CD61D2D}" destId="{979CAFF6-238C-9B4D-BA27-A68CD9CC60D4}" srcOrd="0" destOrd="0" presId="urn:microsoft.com/office/officeart/2005/8/layout/hierarchy2"/>
    <dgm:cxn modelId="{2B1D483F-631D-374F-80A8-EAFB0B443439}" type="presOf" srcId="{323A31DB-C4E9-C945-AF38-53CD388872B2}" destId="{A81EE2E9-3A7F-E840-9006-EDCB17DCD2EC}" srcOrd="1" destOrd="0" presId="urn:microsoft.com/office/officeart/2005/8/layout/hierarchy2"/>
    <dgm:cxn modelId="{62834C47-A0EC-FE42-82AE-2462B0F61E32}" srcId="{2AD3638E-9BCB-F942-8ACB-8C3A271F1B7C}" destId="{F79E6D87-8C38-BA41-A1CB-278941CEF9BE}" srcOrd="1" destOrd="0" parTransId="{323A31DB-C4E9-C945-AF38-53CD388872B2}" sibTransId="{B7294CA2-93EF-2B43-97D8-B20241AB9A0B}"/>
    <dgm:cxn modelId="{3884274B-E8AA-6E41-A07A-F0E4E6D99F7F}" type="presOf" srcId="{C2DCE993-E690-FC43-B524-8509AA1FF00D}" destId="{DB0728A1-A2DA-7243-9186-1CBA03DD79A3}" srcOrd="1" destOrd="0" presId="urn:microsoft.com/office/officeart/2005/8/layout/hierarchy2"/>
    <dgm:cxn modelId="{5E4E454E-2E43-AD4D-AC1D-8240252E16E5}" type="presOf" srcId="{7430DCEB-6A6C-F146-B090-43CF8495C275}" destId="{19402FFE-9ACD-DE4D-A95C-78E6CBDC2E05}" srcOrd="0" destOrd="0" presId="urn:microsoft.com/office/officeart/2005/8/layout/hierarchy2"/>
    <dgm:cxn modelId="{7DDB2552-A818-A245-BF97-9B6C74690DCC}" type="presOf" srcId="{17B568AD-1B26-FB4F-AFA6-B6B0BD391ED8}" destId="{2B9E1C5A-43AC-464B-994B-0179F64F8C47}" srcOrd="0" destOrd="0" presId="urn:microsoft.com/office/officeart/2005/8/layout/hierarchy2"/>
    <dgm:cxn modelId="{4887B152-FC94-CD45-A43E-A406C84F1C17}" type="presOf" srcId="{67A6222C-CC24-BD43-9C21-3248F29560A1}" destId="{6823C126-8779-6B43-A655-310B31D6088B}" srcOrd="1" destOrd="0" presId="urn:microsoft.com/office/officeart/2005/8/layout/hierarchy2"/>
    <dgm:cxn modelId="{07AE5653-2E2E-8044-A3A7-A8B44ED883FB}" type="presOf" srcId="{F5796BAF-BDC1-CA42-AA2F-9725BBE12CAA}" destId="{F730A2F4-A04C-3942-A252-1D03913EA53D}" srcOrd="0" destOrd="0" presId="urn:microsoft.com/office/officeart/2005/8/layout/hierarchy2"/>
    <dgm:cxn modelId="{15D27560-AC98-924A-8DF2-D03ADFD88F74}" type="presOf" srcId="{17B568AD-1B26-FB4F-AFA6-B6B0BD391ED8}" destId="{02D309E8-4B98-E544-A861-C6C56EC19DA4}" srcOrd="1" destOrd="0" presId="urn:microsoft.com/office/officeart/2005/8/layout/hierarchy2"/>
    <dgm:cxn modelId="{35233670-86E5-4A42-93BD-D64CC735F9FA}" type="presOf" srcId="{5E7E6D1E-D27D-DB42-8886-A8F3D338C8E3}" destId="{51237BD2-E219-5F4E-8982-5C0F723F977C}" srcOrd="0" destOrd="0" presId="urn:microsoft.com/office/officeart/2005/8/layout/hierarchy2"/>
    <dgm:cxn modelId="{321FE083-C17D-3E4F-98FC-C95D8E3DEEE2}" type="presOf" srcId="{C2DCE993-E690-FC43-B524-8509AA1FF00D}" destId="{BA942983-4DD7-1C4C-878B-576C7186644C}" srcOrd="0" destOrd="0" presId="urn:microsoft.com/office/officeart/2005/8/layout/hierarchy2"/>
    <dgm:cxn modelId="{82683B89-D282-9C46-9E95-23A1EF600A6D}" srcId="{7430DCEB-6A6C-F146-B090-43CF8495C275}" destId="{BC320F43-8E25-A94B-B5EA-9F49AE638562}" srcOrd="0" destOrd="0" parTransId="{57C64CBC-279F-834E-B154-A38A2CD61D2D}" sibTransId="{D81747EB-9E77-8F4D-85D6-1126A9D4AF91}"/>
    <dgm:cxn modelId="{E213258E-73CD-464D-8CC7-692EA54CCD44}" type="presOf" srcId="{67A6222C-CC24-BD43-9C21-3248F29560A1}" destId="{D51EFD1D-FE62-D94F-ABA2-737A7FD4077C}" srcOrd="0" destOrd="0" presId="urn:microsoft.com/office/officeart/2005/8/layout/hierarchy2"/>
    <dgm:cxn modelId="{F9D9A090-ED6C-4C43-822E-CB3617969E3D}" type="presOf" srcId="{0A2B0F1D-F593-854F-ADDF-E7C33DEDDC9A}" destId="{438BF184-EE22-FC4E-B839-B0B9EDBB6C81}" srcOrd="1" destOrd="0" presId="urn:microsoft.com/office/officeart/2005/8/layout/hierarchy2"/>
    <dgm:cxn modelId="{A80A7BA4-5A03-0B43-913D-A0A9E8F3139D}" type="presOf" srcId="{0A2B0F1D-F593-854F-ADDF-E7C33DEDDC9A}" destId="{043C22A1-415B-0644-9640-228D61FBA5D1}" srcOrd="0" destOrd="0" presId="urn:microsoft.com/office/officeart/2005/8/layout/hierarchy2"/>
    <dgm:cxn modelId="{C91C98B4-24DC-7142-9527-D9819D8EDEE9}" type="presOf" srcId="{283F2927-D6E5-1145-9BE2-0F04D2EE115F}" destId="{A9C74FDD-428E-9748-BF10-CEFDCBB4DD24}" srcOrd="0" destOrd="0" presId="urn:microsoft.com/office/officeart/2005/8/layout/hierarchy2"/>
    <dgm:cxn modelId="{C7DAC3B7-F1C2-5747-B91C-A601F17595DA}" srcId="{2AD3638E-9BCB-F942-8ACB-8C3A271F1B7C}" destId="{7430DCEB-6A6C-F146-B090-43CF8495C275}" srcOrd="2" destOrd="0" parTransId="{C2DCE993-E690-FC43-B524-8509AA1FF00D}" sibTransId="{91AEA8B3-9F56-7946-AA97-44EDF881C967}"/>
    <dgm:cxn modelId="{A4AAF1D5-C8BF-4D49-9A32-A44FFB4E6AFE}" srcId="{2AD3638E-9BCB-F942-8ACB-8C3A271F1B7C}" destId="{5E7E6D1E-D27D-DB42-8886-A8F3D338C8E3}" srcOrd="0" destOrd="0" parTransId="{17B568AD-1B26-FB4F-AFA6-B6B0BD391ED8}" sibTransId="{559B072F-3788-0F42-832C-B69F4F62BB69}"/>
    <dgm:cxn modelId="{8FF5BFDB-88F8-9C4B-A77D-ECD5BB920292}" srcId="{283F2927-D6E5-1145-9BE2-0F04D2EE115F}" destId="{2AD3638E-9BCB-F942-8ACB-8C3A271F1B7C}" srcOrd="0" destOrd="0" parTransId="{093CA8F6-AB5E-E348-A68B-C082E695041F}" sibTransId="{A0D14AE7-7CB0-5248-B102-C573282DE71C}"/>
    <dgm:cxn modelId="{0F05B9DC-6892-7D47-836A-2706FB3BE9A2}" type="presOf" srcId="{2AD3638E-9BCB-F942-8ACB-8C3A271F1B7C}" destId="{E5B95224-1584-524A-9B04-C7EDE79D99C4}" srcOrd="0" destOrd="0" presId="urn:microsoft.com/office/officeart/2005/8/layout/hierarchy2"/>
    <dgm:cxn modelId="{087FA5E7-7CF0-F64B-9A23-C86EF7A559BE}" type="presOf" srcId="{AB305D2C-06F9-BA45-A3CF-E62E1F40B8F9}" destId="{8EB63B58-FC1D-4946-8629-230AA943C250}" srcOrd="0" destOrd="0" presId="urn:microsoft.com/office/officeart/2005/8/layout/hierarchy2"/>
    <dgm:cxn modelId="{F72F23EA-10BA-D249-90DD-0849801DEBA0}" srcId="{AB305D2C-06F9-BA45-A3CF-E62E1F40B8F9}" destId="{F5796BAF-BDC1-CA42-AA2F-9725BBE12CAA}" srcOrd="0" destOrd="0" parTransId="{0A2B0F1D-F593-854F-ADDF-E7C33DEDDC9A}" sibTransId="{2A47D3CF-297D-E44F-98DC-3D073726CCAB}"/>
    <dgm:cxn modelId="{50809EF7-8726-D84D-8017-F267D8AA8B12}" type="presOf" srcId="{57C64CBC-279F-834E-B154-A38A2CD61D2D}" destId="{8580D3F4-7A37-2648-8F3F-7B32A7CB66D4}" srcOrd="1" destOrd="0" presId="urn:microsoft.com/office/officeart/2005/8/layout/hierarchy2"/>
    <dgm:cxn modelId="{74444235-81D5-BE49-8EDC-C25009F35DB4}" type="presParOf" srcId="{A9C74FDD-428E-9748-BF10-CEFDCBB4DD24}" destId="{E84B0F70-0665-BA42-9F9E-A485171F8DA9}" srcOrd="0" destOrd="0" presId="urn:microsoft.com/office/officeart/2005/8/layout/hierarchy2"/>
    <dgm:cxn modelId="{51131BB4-8096-D44B-935B-306134C6B0A8}" type="presParOf" srcId="{E84B0F70-0665-BA42-9F9E-A485171F8DA9}" destId="{E5B95224-1584-524A-9B04-C7EDE79D99C4}" srcOrd="0" destOrd="0" presId="urn:microsoft.com/office/officeart/2005/8/layout/hierarchy2"/>
    <dgm:cxn modelId="{4F2B6C48-1EC6-7845-8FD2-C183EEA2A69C}" type="presParOf" srcId="{E84B0F70-0665-BA42-9F9E-A485171F8DA9}" destId="{F175C9AD-5F0D-544A-BE32-4EA59BAD8481}" srcOrd="1" destOrd="0" presId="urn:microsoft.com/office/officeart/2005/8/layout/hierarchy2"/>
    <dgm:cxn modelId="{4EC78D98-7BA5-5444-B77C-AA0140F80378}" type="presParOf" srcId="{F175C9AD-5F0D-544A-BE32-4EA59BAD8481}" destId="{2B9E1C5A-43AC-464B-994B-0179F64F8C47}" srcOrd="0" destOrd="0" presId="urn:microsoft.com/office/officeart/2005/8/layout/hierarchy2"/>
    <dgm:cxn modelId="{10DAD07C-07E3-974F-9FC1-E016D4B935BB}" type="presParOf" srcId="{2B9E1C5A-43AC-464B-994B-0179F64F8C47}" destId="{02D309E8-4B98-E544-A861-C6C56EC19DA4}" srcOrd="0" destOrd="0" presId="urn:microsoft.com/office/officeart/2005/8/layout/hierarchy2"/>
    <dgm:cxn modelId="{BAB19FB3-2410-044D-8D5E-B835BB6F7473}" type="presParOf" srcId="{F175C9AD-5F0D-544A-BE32-4EA59BAD8481}" destId="{988E651D-BD12-A340-8914-1A8F5270F708}" srcOrd="1" destOrd="0" presId="urn:microsoft.com/office/officeart/2005/8/layout/hierarchy2"/>
    <dgm:cxn modelId="{EE5C9B0A-C806-F44C-BD90-2F03EDD0CD02}" type="presParOf" srcId="{988E651D-BD12-A340-8914-1A8F5270F708}" destId="{51237BD2-E219-5F4E-8982-5C0F723F977C}" srcOrd="0" destOrd="0" presId="urn:microsoft.com/office/officeart/2005/8/layout/hierarchy2"/>
    <dgm:cxn modelId="{1171F440-6681-8F4A-987D-E9297A9356FA}" type="presParOf" srcId="{988E651D-BD12-A340-8914-1A8F5270F708}" destId="{57D97F10-3BCB-E749-A99B-190A8A67084B}" srcOrd="1" destOrd="0" presId="urn:microsoft.com/office/officeart/2005/8/layout/hierarchy2"/>
    <dgm:cxn modelId="{AB1618B1-6C53-3749-8AC8-9AAA65D639E4}" type="presParOf" srcId="{F175C9AD-5F0D-544A-BE32-4EA59BAD8481}" destId="{708A8A21-0E12-814F-B6C9-21055C05C323}" srcOrd="2" destOrd="0" presId="urn:microsoft.com/office/officeart/2005/8/layout/hierarchy2"/>
    <dgm:cxn modelId="{AF978E64-2F22-4643-AF35-549BF7CCF26A}" type="presParOf" srcId="{708A8A21-0E12-814F-B6C9-21055C05C323}" destId="{A81EE2E9-3A7F-E840-9006-EDCB17DCD2EC}" srcOrd="0" destOrd="0" presId="urn:microsoft.com/office/officeart/2005/8/layout/hierarchy2"/>
    <dgm:cxn modelId="{B481FE3D-B0B5-464A-94FC-857618EF048C}" type="presParOf" srcId="{F175C9AD-5F0D-544A-BE32-4EA59BAD8481}" destId="{F985B10E-653F-6546-85CD-F43C348B2C95}" srcOrd="3" destOrd="0" presId="urn:microsoft.com/office/officeart/2005/8/layout/hierarchy2"/>
    <dgm:cxn modelId="{75A93860-0BD6-AA4C-81B3-6C1B601A19EC}" type="presParOf" srcId="{F985B10E-653F-6546-85CD-F43C348B2C95}" destId="{C5B8C119-39E8-6A47-BB94-A39E61B34E2E}" srcOrd="0" destOrd="0" presId="urn:microsoft.com/office/officeart/2005/8/layout/hierarchy2"/>
    <dgm:cxn modelId="{47BAF183-8888-BE41-BEE0-AEB9AFBF15E5}" type="presParOf" srcId="{F985B10E-653F-6546-85CD-F43C348B2C95}" destId="{CAA0D89A-0755-AD46-B1E9-A85D2274E242}" srcOrd="1" destOrd="0" presId="urn:microsoft.com/office/officeart/2005/8/layout/hierarchy2"/>
    <dgm:cxn modelId="{A3A92F02-92D7-EA49-8AFD-BEFB9BE9BCD7}" type="presParOf" srcId="{F175C9AD-5F0D-544A-BE32-4EA59BAD8481}" destId="{BA942983-4DD7-1C4C-878B-576C7186644C}" srcOrd="4" destOrd="0" presId="urn:microsoft.com/office/officeart/2005/8/layout/hierarchy2"/>
    <dgm:cxn modelId="{33EA1353-A20D-B944-A362-AFC33FBD1F48}" type="presParOf" srcId="{BA942983-4DD7-1C4C-878B-576C7186644C}" destId="{DB0728A1-A2DA-7243-9186-1CBA03DD79A3}" srcOrd="0" destOrd="0" presId="urn:microsoft.com/office/officeart/2005/8/layout/hierarchy2"/>
    <dgm:cxn modelId="{9BCFF9F7-C02E-5845-B964-67617B60C84A}" type="presParOf" srcId="{F175C9AD-5F0D-544A-BE32-4EA59BAD8481}" destId="{BA34420D-BF72-D841-B194-57DCCB8395B2}" srcOrd="5" destOrd="0" presId="urn:microsoft.com/office/officeart/2005/8/layout/hierarchy2"/>
    <dgm:cxn modelId="{2497F45C-A068-3544-8FE4-838EFB4F97EC}" type="presParOf" srcId="{BA34420D-BF72-D841-B194-57DCCB8395B2}" destId="{19402FFE-9ACD-DE4D-A95C-78E6CBDC2E05}" srcOrd="0" destOrd="0" presId="urn:microsoft.com/office/officeart/2005/8/layout/hierarchy2"/>
    <dgm:cxn modelId="{5FEB8959-78A6-3B42-B3CE-96681EB199BE}" type="presParOf" srcId="{BA34420D-BF72-D841-B194-57DCCB8395B2}" destId="{36FCCE53-DAD0-3146-BD54-DE9022BA3E35}" srcOrd="1" destOrd="0" presId="urn:microsoft.com/office/officeart/2005/8/layout/hierarchy2"/>
    <dgm:cxn modelId="{37E7A59F-7829-D64D-A7D7-C564E1C30ECF}" type="presParOf" srcId="{36FCCE53-DAD0-3146-BD54-DE9022BA3E35}" destId="{979CAFF6-238C-9B4D-BA27-A68CD9CC60D4}" srcOrd="0" destOrd="0" presId="urn:microsoft.com/office/officeart/2005/8/layout/hierarchy2"/>
    <dgm:cxn modelId="{BB38F3B4-65AE-7C42-B2AB-E15C25D580A7}" type="presParOf" srcId="{979CAFF6-238C-9B4D-BA27-A68CD9CC60D4}" destId="{8580D3F4-7A37-2648-8F3F-7B32A7CB66D4}" srcOrd="0" destOrd="0" presId="urn:microsoft.com/office/officeart/2005/8/layout/hierarchy2"/>
    <dgm:cxn modelId="{3DD738D8-4CEA-484D-B077-A24B5BE04B59}" type="presParOf" srcId="{36FCCE53-DAD0-3146-BD54-DE9022BA3E35}" destId="{A20703A2-7053-8F4F-BCCB-30338651574C}" srcOrd="1" destOrd="0" presId="urn:microsoft.com/office/officeart/2005/8/layout/hierarchy2"/>
    <dgm:cxn modelId="{B4171715-4F00-554A-878E-C04FE1AA8405}" type="presParOf" srcId="{A20703A2-7053-8F4F-BCCB-30338651574C}" destId="{980C0656-3DAA-C341-95CE-7DF1CCD5E5EB}" srcOrd="0" destOrd="0" presId="urn:microsoft.com/office/officeart/2005/8/layout/hierarchy2"/>
    <dgm:cxn modelId="{2AB579BA-8A78-0643-99F1-55F62D9A7145}" type="presParOf" srcId="{A20703A2-7053-8F4F-BCCB-30338651574C}" destId="{C32D5FC2-6890-FD45-9354-DE9389C6D0C8}" srcOrd="1" destOrd="0" presId="urn:microsoft.com/office/officeart/2005/8/layout/hierarchy2"/>
    <dgm:cxn modelId="{29B4B1CA-8F0E-5A41-A3DB-5EC26D6C6095}" type="presParOf" srcId="{F175C9AD-5F0D-544A-BE32-4EA59BAD8481}" destId="{D51EFD1D-FE62-D94F-ABA2-737A7FD4077C}" srcOrd="6" destOrd="0" presId="urn:microsoft.com/office/officeart/2005/8/layout/hierarchy2"/>
    <dgm:cxn modelId="{053CB241-512E-754B-ABE2-018A7C9531A1}" type="presParOf" srcId="{D51EFD1D-FE62-D94F-ABA2-737A7FD4077C}" destId="{6823C126-8779-6B43-A655-310B31D6088B}" srcOrd="0" destOrd="0" presId="urn:microsoft.com/office/officeart/2005/8/layout/hierarchy2"/>
    <dgm:cxn modelId="{62259576-BE2C-0345-9E0B-7AD8975E182D}" type="presParOf" srcId="{F175C9AD-5F0D-544A-BE32-4EA59BAD8481}" destId="{53510831-66E7-DE45-9132-2A137E865AAB}" srcOrd="7" destOrd="0" presId="urn:microsoft.com/office/officeart/2005/8/layout/hierarchy2"/>
    <dgm:cxn modelId="{183EC850-4E9C-0C4A-9FA3-73B607E09BA0}" type="presParOf" srcId="{53510831-66E7-DE45-9132-2A137E865AAB}" destId="{8EB63B58-FC1D-4946-8629-230AA943C250}" srcOrd="0" destOrd="0" presId="urn:microsoft.com/office/officeart/2005/8/layout/hierarchy2"/>
    <dgm:cxn modelId="{5B4695D4-6AC4-1D48-ADB4-788DD8B9A547}" type="presParOf" srcId="{53510831-66E7-DE45-9132-2A137E865AAB}" destId="{6645C3B0-9149-E848-BBCA-12A472B809AF}" srcOrd="1" destOrd="0" presId="urn:microsoft.com/office/officeart/2005/8/layout/hierarchy2"/>
    <dgm:cxn modelId="{804C6D55-1204-D34B-8C8A-06348A56C702}" type="presParOf" srcId="{6645C3B0-9149-E848-BBCA-12A472B809AF}" destId="{043C22A1-415B-0644-9640-228D61FBA5D1}" srcOrd="0" destOrd="0" presId="urn:microsoft.com/office/officeart/2005/8/layout/hierarchy2"/>
    <dgm:cxn modelId="{E8A83BB5-E030-D440-8F03-51E24B27F6B1}" type="presParOf" srcId="{043C22A1-415B-0644-9640-228D61FBA5D1}" destId="{438BF184-EE22-FC4E-B839-B0B9EDBB6C81}" srcOrd="0" destOrd="0" presId="urn:microsoft.com/office/officeart/2005/8/layout/hierarchy2"/>
    <dgm:cxn modelId="{2BB41F4C-CD21-4146-89A9-06C0AF34D02F}" type="presParOf" srcId="{6645C3B0-9149-E848-BBCA-12A472B809AF}" destId="{29135DE5-BE8A-C04F-B412-9B494DDAD7E7}" srcOrd="1" destOrd="0" presId="urn:microsoft.com/office/officeart/2005/8/layout/hierarchy2"/>
    <dgm:cxn modelId="{E0BD40FA-BA4C-C74C-B9E7-E65F28E39660}" type="presParOf" srcId="{29135DE5-BE8A-C04F-B412-9B494DDAD7E7}" destId="{F730A2F4-A04C-3942-A252-1D03913EA53D}" srcOrd="0" destOrd="0" presId="urn:microsoft.com/office/officeart/2005/8/layout/hierarchy2"/>
    <dgm:cxn modelId="{1B486EBC-8FF1-2449-AFF5-B21D8D58582E}" type="presParOf" srcId="{29135DE5-BE8A-C04F-B412-9B494DDAD7E7}" destId="{90C05A71-281E-2045-A84D-8E109AAA73B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83F2927-D6E5-1145-9BE2-0F04D2EE115F}" type="doc">
      <dgm:prSet loTypeId="urn:microsoft.com/office/officeart/2005/8/layout/hierarchy2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037BDE6-787A-0543-AFCB-186FC8BE546F}">
      <dgm:prSet phldrT="[Text]"/>
      <dgm:spPr/>
      <dgm:t>
        <a:bodyPr/>
        <a:lstStyle/>
        <a:p>
          <a:r>
            <a:rPr lang="en-US" b="0" i="0" dirty="0"/>
            <a:t>EstimateElectronTemperature_2D</a:t>
          </a:r>
          <a:endParaRPr lang="en-US" dirty="0"/>
        </a:p>
      </dgm:t>
    </dgm:pt>
    <dgm:pt modelId="{AA340DE2-831B-E447-836E-06EDE983EB38}" type="parTrans" cxnId="{80E12F15-A745-FA47-AAAE-B949261E6E94}">
      <dgm:prSet/>
      <dgm:spPr/>
      <dgm:t>
        <a:bodyPr/>
        <a:lstStyle/>
        <a:p>
          <a:endParaRPr lang="en-US"/>
        </a:p>
      </dgm:t>
    </dgm:pt>
    <dgm:pt modelId="{093ACA80-E45E-6A48-893C-9E60E2FF8F0E}" type="sibTrans" cxnId="{80E12F15-A745-FA47-AAAE-B949261E6E94}">
      <dgm:prSet/>
      <dgm:spPr/>
      <dgm:t>
        <a:bodyPr/>
        <a:lstStyle/>
        <a:p>
          <a:endParaRPr lang="en-US"/>
        </a:p>
      </dgm:t>
    </dgm:pt>
    <dgm:pt modelId="{5FBE8CFD-23E5-094B-874C-C54864BF8244}">
      <dgm:prSet phldrT="[Text]"/>
      <dgm:spPr/>
      <dgm:t>
        <a:bodyPr/>
        <a:lstStyle/>
        <a:p>
          <a:r>
            <a:rPr lang="en-US" dirty="0"/>
            <a:t>GrabParams_v3</a:t>
          </a:r>
        </a:p>
      </dgm:t>
    </dgm:pt>
    <dgm:pt modelId="{A43D4831-641B-8344-9159-A6142C69A6ED}" type="parTrans" cxnId="{885CF5E4-8ECD-184B-9E36-801C14F8ACC8}">
      <dgm:prSet/>
      <dgm:spPr/>
      <dgm:t>
        <a:bodyPr/>
        <a:lstStyle/>
        <a:p>
          <a:endParaRPr lang="en-US"/>
        </a:p>
      </dgm:t>
    </dgm:pt>
    <dgm:pt modelId="{F43E5D75-0959-3544-9173-8E3CA1E03B83}" type="sibTrans" cxnId="{885CF5E4-8ECD-184B-9E36-801C14F8ACC8}">
      <dgm:prSet/>
      <dgm:spPr/>
      <dgm:t>
        <a:bodyPr/>
        <a:lstStyle/>
        <a:p>
          <a:endParaRPr lang="en-US"/>
        </a:p>
      </dgm:t>
    </dgm:pt>
    <dgm:pt modelId="{935C508C-F082-9948-AA67-F1209AADE919}">
      <dgm:prSet phldrT="[Text]"/>
      <dgm:spPr/>
      <dgm:t>
        <a:bodyPr/>
        <a:lstStyle/>
        <a:p>
          <a:r>
            <a:rPr lang="en-US" dirty="0"/>
            <a:t>PinholeAnalysis_2D</a:t>
          </a:r>
        </a:p>
      </dgm:t>
    </dgm:pt>
    <dgm:pt modelId="{6FD4D4BC-BD58-9947-B5EE-4FE5E85576AD}" type="parTrans" cxnId="{3E128B2F-0262-3E4B-A0B1-FCCE30BDEC9F}">
      <dgm:prSet/>
      <dgm:spPr/>
      <dgm:t>
        <a:bodyPr/>
        <a:lstStyle/>
        <a:p>
          <a:endParaRPr lang="en-US"/>
        </a:p>
      </dgm:t>
    </dgm:pt>
    <dgm:pt modelId="{B0C598FD-588C-3344-8F67-3E0DE414BAE5}" type="sibTrans" cxnId="{3E128B2F-0262-3E4B-A0B1-FCCE30BDEC9F}">
      <dgm:prSet/>
      <dgm:spPr/>
      <dgm:t>
        <a:bodyPr/>
        <a:lstStyle/>
        <a:p>
          <a:endParaRPr lang="en-US"/>
        </a:p>
      </dgm:t>
    </dgm:pt>
    <dgm:pt modelId="{344666CC-B520-EA4A-BC22-DF6952FFD7C1}">
      <dgm:prSet phldrT="[Text]"/>
      <dgm:spPr/>
      <dgm:t>
        <a:bodyPr/>
        <a:lstStyle/>
        <a:p>
          <a:r>
            <a:rPr lang="en-US" dirty="0" err="1"/>
            <a:t>FindTemp</a:t>
          </a:r>
          <a:endParaRPr lang="en-US" dirty="0"/>
        </a:p>
      </dgm:t>
    </dgm:pt>
    <dgm:pt modelId="{7514E751-615B-8549-9CBE-103E5DCADD88}" type="parTrans" cxnId="{14B4FF60-AA4B-2D4C-B58D-FEA2E4D07107}">
      <dgm:prSet/>
      <dgm:spPr/>
      <dgm:t>
        <a:bodyPr/>
        <a:lstStyle/>
        <a:p>
          <a:endParaRPr lang="en-US"/>
        </a:p>
      </dgm:t>
    </dgm:pt>
    <dgm:pt modelId="{615BD481-DE04-4F49-AE2B-D370FBECD46E}" type="sibTrans" cxnId="{14B4FF60-AA4B-2D4C-B58D-FEA2E4D07107}">
      <dgm:prSet/>
      <dgm:spPr/>
      <dgm:t>
        <a:bodyPr/>
        <a:lstStyle/>
        <a:p>
          <a:endParaRPr lang="en-US"/>
        </a:p>
      </dgm:t>
    </dgm:pt>
    <dgm:pt modelId="{97BCD6DD-C07E-884B-8E19-93E295C00074}">
      <dgm:prSet phldrT="[Text]"/>
      <dgm:spPr/>
      <dgm:t>
        <a:bodyPr/>
        <a:lstStyle/>
        <a:p>
          <a:r>
            <a:rPr lang="en-US" dirty="0"/>
            <a:t>TheoreticalAnalysis_2D</a:t>
          </a:r>
        </a:p>
      </dgm:t>
    </dgm:pt>
    <dgm:pt modelId="{03AB2624-5F1C-FE49-8B61-63F63F7E09D5}" type="parTrans" cxnId="{8DCDA1CC-D8B5-BA41-893A-752111E31D49}">
      <dgm:prSet/>
      <dgm:spPr/>
      <dgm:t>
        <a:bodyPr/>
        <a:lstStyle/>
        <a:p>
          <a:endParaRPr lang="en-US"/>
        </a:p>
      </dgm:t>
    </dgm:pt>
    <dgm:pt modelId="{C2855CD8-55CE-774C-B25C-D452DD9C57EC}" type="sibTrans" cxnId="{8DCDA1CC-D8B5-BA41-893A-752111E31D49}">
      <dgm:prSet/>
      <dgm:spPr/>
      <dgm:t>
        <a:bodyPr/>
        <a:lstStyle/>
        <a:p>
          <a:endParaRPr lang="en-US"/>
        </a:p>
      </dgm:t>
    </dgm:pt>
    <dgm:pt modelId="{CB7433EE-CDF2-594C-A7E7-21E111212089}">
      <dgm:prSet phldrT="[Text]"/>
      <dgm:spPr/>
      <dgm:t>
        <a:bodyPr/>
        <a:lstStyle/>
        <a:p>
          <a:r>
            <a:rPr lang="en-US" dirty="0"/>
            <a:t>RealUnits2Pixels</a:t>
          </a:r>
        </a:p>
      </dgm:t>
    </dgm:pt>
    <dgm:pt modelId="{B79F20E8-83C2-7F4F-BAFD-99FDAFF17DAA}" type="parTrans" cxnId="{698D2EF8-B01B-E14B-B56C-1A2D819B8D2D}">
      <dgm:prSet/>
      <dgm:spPr/>
      <dgm:t>
        <a:bodyPr/>
        <a:lstStyle/>
        <a:p>
          <a:endParaRPr lang="en-US"/>
        </a:p>
      </dgm:t>
    </dgm:pt>
    <dgm:pt modelId="{E4E492AC-FAEB-B24C-8BDE-0A7E67DD17C4}" type="sibTrans" cxnId="{698D2EF8-B01B-E14B-B56C-1A2D819B8D2D}">
      <dgm:prSet/>
      <dgm:spPr/>
      <dgm:t>
        <a:bodyPr/>
        <a:lstStyle/>
        <a:p>
          <a:endParaRPr lang="en-US"/>
        </a:p>
      </dgm:t>
    </dgm:pt>
    <dgm:pt modelId="{64CE56FF-4BBE-4547-AA87-9F60E35EF81D}">
      <dgm:prSet phldrT="[Text]"/>
      <dgm:spPr/>
      <dgm:t>
        <a:bodyPr/>
        <a:lstStyle/>
        <a:p>
          <a:r>
            <a:rPr lang="en-US" dirty="0" err="1"/>
            <a:t>MakeProcessedData</a:t>
          </a:r>
          <a:endParaRPr lang="en-US" dirty="0"/>
        </a:p>
      </dgm:t>
    </dgm:pt>
    <dgm:pt modelId="{F0848A00-8E10-7F42-95FC-0F18ED59ED2F}" type="parTrans" cxnId="{4FCBC756-5CE9-6A4A-90B1-63B8222CA2AB}">
      <dgm:prSet/>
      <dgm:spPr/>
      <dgm:t>
        <a:bodyPr/>
        <a:lstStyle/>
        <a:p>
          <a:endParaRPr lang="en-US"/>
        </a:p>
      </dgm:t>
    </dgm:pt>
    <dgm:pt modelId="{5BAA07A7-17F6-194E-B67B-6DC113C1C6AF}" type="sibTrans" cxnId="{4FCBC756-5CE9-6A4A-90B1-63B8222CA2AB}">
      <dgm:prSet/>
      <dgm:spPr/>
      <dgm:t>
        <a:bodyPr/>
        <a:lstStyle/>
        <a:p>
          <a:endParaRPr lang="en-US"/>
        </a:p>
      </dgm:t>
    </dgm:pt>
    <dgm:pt modelId="{0FE1DE47-81AD-8447-8CC1-C11B00F702E3}">
      <dgm:prSet phldrT="[Text]"/>
      <dgm:spPr/>
      <dgm:t>
        <a:bodyPr/>
        <a:lstStyle/>
        <a:p>
          <a:r>
            <a:rPr lang="en-US" dirty="0"/>
            <a:t>SelectPinhole_2D</a:t>
          </a:r>
        </a:p>
      </dgm:t>
    </dgm:pt>
    <dgm:pt modelId="{0B188725-BC66-1744-9824-090E613F7451}" type="parTrans" cxnId="{EFD55266-DA4A-5948-94A4-B1963DDD3A5C}">
      <dgm:prSet/>
      <dgm:spPr/>
      <dgm:t>
        <a:bodyPr/>
        <a:lstStyle/>
        <a:p>
          <a:endParaRPr lang="en-US"/>
        </a:p>
      </dgm:t>
    </dgm:pt>
    <dgm:pt modelId="{9075FC50-7442-3842-AD18-D6A0FF99A15E}" type="sibTrans" cxnId="{EFD55266-DA4A-5948-94A4-B1963DDD3A5C}">
      <dgm:prSet/>
      <dgm:spPr/>
      <dgm:t>
        <a:bodyPr/>
        <a:lstStyle/>
        <a:p>
          <a:endParaRPr lang="en-US"/>
        </a:p>
      </dgm:t>
    </dgm:pt>
    <dgm:pt modelId="{3CCFC2D1-0092-8349-929D-81944BFAC979}">
      <dgm:prSet phldrT="[Text]"/>
      <dgm:spPr/>
      <dgm:t>
        <a:bodyPr/>
        <a:lstStyle/>
        <a:p>
          <a:r>
            <a:rPr lang="en-US" dirty="0" err="1"/>
            <a:t>SwitchPinholes</a:t>
          </a:r>
          <a:endParaRPr lang="en-US" dirty="0"/>
        </a:p>
      </dgm:t>
    </dgm:pt>
    <dgm:pt modelId="{64851D3F-3D0F-D540-BFA3-D4BBF2E9AEE9}" type="parTrans" cxnId="{CF7D8CEC-180C-6245-AE01-4A1B31D4D25D}">
      <dgm:prSet/>
      <dgm:spPr/>
      <dgm:t>
        <a:bodyPr/>
        <a:lstStyle/>
        <a:p>
          <a:endParaRPr lang="en-US"/>
        </a:p>
      </dgm:t>
    </dgm:pt>
    <dgm:pt modelId="{EBE26305-0BEF-414E-87CB-C8569062022B}" type="sibTrans" cxnId="{CF7D8CEC-180C-6245-AE01-4A1B31D4D25D}">
      <dgm:prSet/>
      <dgm:spPr/>
      <dgm:t>
        <a:bodyPr/>
        <a:lstStyle/>
        <a:p>
          <a:endParaRPr lang="en-US"/>
        </a:p>
      </dgm:t>
    </dgm:pt>
    <dgm:pt modelId="{1B6C6732-1F09-C24D-AEF5-0AD1B5C103B6}">
      <dgm:prSet phldrT="[Text]"/>
      <dgm:spPr/>
      <dgm:t>
        <a:bodyPr/>
        <a:lstStyle/>
        <a:p>
          <a:r>
            <a:rPr lang="en-US" dirty="0"/>
            <a:t>AlignPinholes_2D</a:t>
          </a:r>
        </a:p>
      </dgm:t>
    </dgm:pt>
    <dgm:pt modelId="{5F8690FB-4548-CB46-A64A-591B8BA85306}" type="parTrans" cxnId="{FD6117AC-A8C2-1245-9563-60E5E1DE6921}">
      <dgm:prSet/>
      <dgm:spPr/>
      <dgm:t>
        <a:bodyPr/>
        <a:lstStyle/>
        <a:p>
          <a:endParaRPr lang="en-US"/>
        </a:p>
      </dgm:t>
    </dgm:pt>
    <dgm:pt modelId="{26BC6E4E-A3A9-B24D-A154-0DAC63292908}" type="sibTrans" cxnId="{FD6117AC-A8C2-1245-9563-60E5E1DE6921}">
      <dgm:prSet/>
      <dgm:spPr/>
      <dgm:t>
        <a:bodyPr/>
        <a:lstStyle/>
        <a:p>
          <a:endParaRPr lang="en-US"/>
        </a:p>
      </dgm:t>
    </dgm:pt>
    <dgm:pt modelId="{AD2EAF4E-5C02-C145-AC4C-136CF24D3BA3}">
      <dgm:prSet phldrT="[Text]"/>
      <dgm:spPr/>
      <dgm:t>
        <a:bodyPr/>
        <a:lstStyle/>
        <a:p>
          <a:r>
            <a:rPr lang="en-US" dirty="0" err="1"/>
            <a:t>ProcessPinholes</a:t>
          </a:r>
          <a:endParaRPr lang="en-US" dirty="0"/>
        </a:p>
      </dgm:t>
    </dgm:pt>
    <dgm:pt modelId="{81E1B991-72C8-844F-9B37-9B35320795BD}" type="parTrans" cxnId="{F118C26F-BCAA-4E46-ADFC-7DE71D5B67CD}">
      <dgm:prSet/>
      <dgm:spPr/>
      <dgm:t>
        <a:bodyPr/>
        <a:lstStyle/>
        <a:p>
          <a:endParaRPr lang="en-US"/>
        </a:p>
      </dgm:t>
    </dgm:pt>
    <dgm:pt modelId="{CBB2BA89-50DE-1340-927A-ED3181BF36CA}" type="sibTrans" cxnId="{F118C26F-BCAA-4E46-ADFC-7DE71D5B67CD}">
      <dgm:prSet/>
      <dgm:spPr/>
      <dgm:t>
        <a:bodyPr/>
        <a:lstStyle/>
        <a:p>
          <a:endParaRPr lang="en-US"/>
        </a:p>
      </dgm:t>
    </dgm:pt>
    <dgm:pt modelId="{061D61B3-2DDC-884F-9081-7846FC98F36E}">
      <dgm:prSet phldrT="[Text]"/>
      <dgm:spPr/>
      <dgm:t>
        <a:bodyPr/>
        <a:lstStyle/>
        <a:p>
          <a:r>
            <a:rPr lang="en-US" dirty="0"/>
            <a:t>BinningAlgorithm_v2</a:t>
          </a:r>
        </a:p>
      </dgm:t>
    </dgm:pt>
    <dgm:pt modelId="{344FCF2B-6294-D749-B21F-A7ABFFDA71C1}" type="parTrans" cxnId="{484E284B-83DA-6D4B-968B-33A09449ACA1}">
      <dgm:prSet/>
      <dgm:spPr/>
      <dgm:t>
        <a:bodyPr/>
        <a:lstStyle/>
        <a:p>
          <a:endParaRPr lang="en-US"/>
        </a:p>
      </dgm:t>
    </dgm:pt>
    <dgm:pt modelId="{7B10FB9B-BC83-0C4B-9602-BE342B5B1981}" type="sibTrans" cxnId="{484E284B-83DA-6D4B-968B-33A09449ACA1}">
      <dgm:prSet/>
      <dgm:spPr/>
      <dgm:t>
        <a:bodyPr/>
        <a:lstStyle/>
        <a:p>
          <a:endParaRPr lang="en-US"/>
        </a:p>
      </dgm:t>
    </dgm:pt>
    <dgm:pt modelId="{284B5213-1476-CC48-8997-E0E7B6755DB8}">
      <dgm:prSet phldrT="[Text]"/>
      <dgm:spPr/>
      <dgm:t>
        <a:bodyPr/>
        <a:lstStyle/>
        <a:p>
          <a:r>
            <a:rPr lang="en-US" b="0" i="0" dirty="0" err="1"/>
            <a:t>extractFilterFileName</a:t>
          </a:r>
          <a:endParaRPr lang="en-US" dirty="0"/>
        </a:p>
      </dgm:t>
    </dgm:pt>
    <dgm:pt modelId="{337B6E6F-D00C-6A4F-831C-F4B9FBC63111}" type="parTrans" cxnId="{EF294F0C-EA12-9C4D-AE50-1E389F5E67C4}">
      <dgm:prSet/>
      <dgm:spPr/>
      <dgm:t>
        <a:bodyPr/>
        <a:lstStyle/>
        <a:p>
          <a:endParaRPr lang="en-US"/>
        </a:p>
      </dgm:t>
    </dgm:pt>
    <dgm:pt modelId="{FC376E1A-CD8A-554E-9F18-B8B8D9B69DB7}" type="sibTrans" cxnId="{EF294F0C-EA12-9C4D-AE50-1E389F5E67C4}">
      <dgm:prSet/>
      <dgm:spPr/>
      <dgm:t>
        <a:bodyPr/>
        <a:lstStyle/>
        <a:p>
          <a:endParaRPr lang="en-US"/>
        </a:p>
      </dgm:t>
    </dgm:pt>
    <dgm:pt modelId="{6D3AACB7-8807-E34E-98D8-823FA7DAB6F7}">
      <dgm:prSet phldrT="[Text]"/>
      <dgm:spPr/>
      <dgm:t>
        <a:bodyPr/>
        <a:lstStyle/>
        <a:p>
          <a:r>
            <a:rPr lang="en-US" b="0" i="0" dirty="0" err="1"/>
            <a:t>extractFilterThickness</a:t>
          </a:r>
          <a:endParaRPr lang="en-US" dirty="0"/>
        </a:p>
      </dgm:t>
    </dgm:pt>
    <dgm:pt modelId="{D5689377-1400-BE4C-B0D7-4968E64EB49D}" type="parTrans" cxnId="{17285B23-F74E-A240-9D61-6633747A0CFF}">
      <dgm:prSet/>
      <dgm:spPr/>
      <dgm:t>
        <a:bodyPr/>
        <a:lstStyle/>
        <a:p>
          <a:endParaRPr lang="en-US"/>
        </a:p>
      </dgm:t>
    </dgm:pt>
    <dgm:pt modelId="{C073976E-8FEC-AF43-A948-4ACE27CAB38E}" type="sibTrans" cxnId="{17285B23-F74E-A240-9D61-6633747A0CFF}">
      <dgm:prSet/>
      <dgm:spPr/>
      <dgm:t>
        <a:bodyPr/>
        <a:lstStyle/>
        <a:p>
          <a:endParaRPr lang="en-US"/>
        </a:p>
      </dgm:t>
    </dgm:pt>
    <dgm:pt modelId="{319DDD50-7140-D242-B621-83D44939508A}">
      <dgm:prSet phldrT="[Text]"/>
      <dgm:spPr/>
      <dgm:t>
        <a:bodyPr/>
        <a:lstStyle/>
        <a:p>
          <a:r>
            <a:rPr lang="en-US" b="0" i="0" dirty="0" err="1"/>
            <a:t>calculateTransmissionCurves</a:t>
          </a:r>
          <a:endParaRPr lang="en-US" dirty="0"/>
        </a:p>
      </dgm:t>
    </dgm:pt>
    <dgm:pt modelId="{01C9146B-677E-714A-8F9C-1B8CB9BBF9D7}" type="parTrans" cxnId="{E7A8CBCC-52E4-E34E-8403-7732AE8F4C85}">
      <dgm:prSet/>
      <dgm:spPr/>
      <dgm:t>
        <a:bodyPr/>
        <a:lstStyle/>
        <a:p>
          <a:endParaRPr lang="en-US"/>
        </a:p>
      </dgm:t>
    </dgm:pt>
    <dgm:pt modelId="{B4644D1B-F64D-FB43-93C9-0D9CB1E061AD}" type="sibTrans" cxnId="{E7A8CBCC-52E4-E34E-8403-7732AE8F4C85}">
      <dgm:prSet/>
      <dgm:spPr/>
      <dgm:t>
        <a:bodyPr/>
        <a:lstStyle/>
        <a:p>
          <a:endParaRPr lang="en-US"/>
        </a:p>
      </dgm:t>
    </dgm:pt>
    <dgm:pt modelId="{80C35FE7-4720-F24D-9943-273129AE91CC}">
      <dgm:prSet phldrT="[Text]"/>
      <dgm:spPr/>
      <dgm:t>
        <a:bodyPr/>
        <a:lstStyle/>
        <a:p>
          <a:r>
            <a:rPr lang="en-US" b="0" i="0"/>
            <a:t>calculateTheoreticalRatio</a:t>
          </a:r>
          <a:endParaRPr lang="en-US" dirty="0"/>
        </a:p>
      </dgm:t>
    </dgm:pt>
    <dgm:pt modelId="{286B0013-20A0-B342-A039-CF394EE3352D}" type="parTrans" cxnId="{5C4F6370-18D0-D240-B72D-0F45C224748F}">
      <dgm:prSet/>
      <dgm:spPr/>
      <dgm:t>
        <a:bodyPr/>
        <a:lstStyle/>
        <a:p>
          <a:endParaRPr lang="en-US"/>
        </a:p>
      </dgm:t>
    </dgm:pt>
    <dgm:pt modelId="{4EDB3B35-E750-0D43-9A1D-A5D59735F0BD}" type="sibTrans" cxnId="{5C4F6370-18D0-D240-B72D-0F45C224748F}">
      <dgm:prSet/>
      <dgm:spPr/>
      <dgm:t>
        <a:bodyPr/>
        <a:lstStyle/>
        <a:p>
          <a:endParaRPr lang="en-US"/>
        </a:p>
      </dgm:t>
    </dgm:pt>
    <dgm:pt modelId="{A9C74FDD-428E-9748-BF10-CEFDCBB4DD24}" type="pres">
      <dgm:prSet presAssocID="{283F2927-D6E5-1145-9BE2-0F04D2EE115F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182D7F8-02A0-7E4E-874F-384CF2C05EE7}" type="pres">
      <dgm:prSet presAssocID="{5037BDE6-787A-0543-AFCB-186FC8BE546F}" presName="root1" presStyleCnt="0"/>
      <dgm:spPr/>
    </dgm:pt>
    <dgm:pt modelId="{BE504887-F893-2346-B496-006D439E10BD}" type="pres">
      <dgm:prSet presAssocID="{5037BDE6-787A-0543-AFCB-186FC8BE546F}" presName="LevelOneTextNode" presStyleLbl="node0" presStyleIdx="0" presStyleCnt="1">
        <dgm:presLayoutVars>
          <dgm:chPref val="3"/>
        </dgm:presLayoutVars>
      </dgm:prSet>
      <dgm:spPr/>
    </dgm:pt>
    <dgm:pt modelId="{EB1CD523-97FA-6C49-B0FE-B5A8007B0377}" type="pres">
      <dgm:prSet presAssocID="{5037BDE6-787A-0543-AFCB-186FC8BE546F}" presName="level2hierChild" presStyleCnt="0"/>
      <dgm:spPr/>
    </dgm:pt>
    <dgm:pt modelId="{2933B3B8-E2CC-9445-9793-5047CDE046E8}" type="pres">
      <dgm:prSet presAssocID="{A43D4831-641B-8344-9159-A6142C69A6ED}" presName="conn2-1" presStyleLbl="parChTrans1D2" presStyleIdx="0" presStyleCnt="5"/>
      <dgm:spPr/>
    </dgm:pt>
    <dgm:pt modelId="{941160C4-679F-7244-9755-6B718CF22080}" type="pres">
      <dgm:prSet presAssocID="{A43D4831-641B-8344-9159-A6142C69A6ED}" presName="connTx" presStyleLbl="parChTrans1D2" presStyleIdx="0" presStyleCnt="5"/>
      <dgm:spPr/>
    </dgm:pt>
    <dgm:pt modelId="{12A6BEBE-6B12-2442-BF10-3B698308FC31}" type="pres">
      <dgm:prSet presAssocID="{5FBE8CFD-23E5-094B-874C-C54864BF8244}" presName="root2" presStyleCnt="0"/>
      <dgm:spPr/>
    </dgm:pt>
    <dgm:pt modelId="{CE70E31F-59A4-064F-848F-73F20EFCB269}" type="pres">
      <dgm:prSet presAssocID="{5FBE8CFD-23E5-094B-874C-C54864BF8244}" presName="LevelTwoTextNode" presStyleLbl="node2" presStyleIdx="0" presStyleCnt="5">
        <dgm:presLayoutVars>
          <dgm:chPref val="3"/>
        </dgm:presLayoutVars>
      </dgm:prSet>
      <dgm:spPr/>
    </dgm:pt>
    <dgm:pt modelId="{D8A2B023-A54A-8043-8A9D-4E59DC2DE2AA}" type="pres">
      <dgm:prSet presAssocID="{5FBE8CFD-23E5-094B-874C-C54864BF8244}" presName="level3hierChild" presStyleCnt="0"/>
      <dgm:spPr/>
    </dgm:pt>
    <dgm:pt modelId="{77694C65-C3C1-C340-84A2-EB3AB872DD24}" type="pres">
      <dgm:prSet presAssocID="{B79F20E8-83C2-7F4F-BAFD-99FDAFF17DAA}" presName="conn2-1" presStyleLbl="parChTrans1D2" presStyleIdx="1" presStyleCnt="5"/>
      <dgm:spPr/>
    </dgm:pt>
    <dgm:pt modelId="{78F730AE-84F2-EA41-AD45-C6113565B6F4}" type="pres">
      <dgm:prSet presAssocID="{B79F20E8-83C2-7F4F-BAFD-99FDAFF17DAA}" presName="connTx" presStyleLbl="parChTrans1D2" presStyleIdx="1" presStyleCnt="5"/>
      <dgm:spPr/>
    </dgm:pt>
    <dgm:pt modelId="{BD37B941-3037-C74B-B3B7-3A7721776B0D}" type="pres">
      <dgm:prSet presAssocID="{CB7433EE-CDF2-594C-A7E7-21E111212089}" presName="root2" presStyleCnt="0"/>
      <dgm:spPr/>
    </dgm:pt>
    <dgm:pt modelId="{79EE92E2-C4D8-D846-8181-2023AE38B109}" type="pres">
      <dgm:prSet presAssocID="{CB7433EE-CDF2-594C-A7E7-21E111212089}" presName="LevelTwoTextNode" presStyleLbl="node2" presStyleIdx="1" presStyleCnt="5">
        <dgm:presLayoutVars>
          <dgm:chPref val="3"/>
        </dgm:presLayoutVars>
      </dgm:prSet>
      <dgm:spPr/>
    </dgm:pt>
    <dgm:pt modelId="{702F35F1-CFBA-A14F-B6BB-7DB239912839}" type="pres">
      <dgm:prSet presAssocID="{CB7433EE-CDF2-594C-A7E7-21E111212089}" presName="level3hierChild" presStyleCnt="0"/>
      <dgm:spPr/>
    </dgm:pt>
    <dgm:pt modelId="{B58D4D25-2686-EA48-9BB9-BE36ADEC5FFC}" type="pres">
      <dgm:prSet presAssocID="{6FD4D4BC-BD58-9947-B5EE-4FE5E85576AD}" presName="conn2-1" presStyleLbl="parChTrans1D2" presStyleIdx="2" presStyleCnt="5"/>
      <dgm:spPr/>
    </dgm:pt>
    <dgm:pt modelId="{92DC94E0-1964-3945-9177-81282F06C805}" type="pres">
      <dgm:prSet presAssocID="{6FD4D4BC-BD58-9947-B5EE-4FE5E85576AD}" presName="connTx" presStyleLbl="parChTrans1D2" presStyleIdx="2" presStyleCnt="5"/>
      <dgm:spPr/>
    </dgm:pt>
    <dgm:pt modelId="{4EA66365-FF9C-434A-9252-BD8E233ECB7C}" type="pres">
      <dgm:prSet presAssocID="{935C508C-F082-9948-AA67-F1209AADE919}" presName="root2" presStyleCnt="0"/>
      <dgm:spPr/>
    </dgm:pt>
    <dgm:pt modelId="{83068DA1-849D-C643-9B99-D27405DDC2DE}" type="pres">
      <dgm:prSet presAssocID="{935C508C-F082-9948-AA67-F1209AADE919}" presName="LevelTwoTextNode" presStyleLbl="node2" presStyleIdx="2" presStyleCnt="5">
        <dgm:presLayoutVars>
          <dgm:chPref val="3"/>
        </dgm:presLayoutVars>
      </dgm:prSet>
      <dgm:spPr/>
    </dgm:pt>
    <dgm:pt modelId="{25798CE6-3299-BF44-BF1C-DE419C0A51AB}" type="pres">
      <dgm:prSet presAssocID="{935C508C-F082-9948-AA67-F1209AADE919}" presName="level3hierChild" presStyleCnt="0"/>
      <dgm:spPr/>
    </dgm:pt>
    <dgm:pt modelId="{8F1D1DDB-02F0-DA47-B1F3-D0A1EF8B30CF}" type="pres">
      <dgm:prSet presAssocID="{F0848A00-8E10-7F42-95FC-0F18ED59ED2F}" presName="conn2-1" presStyleLbl="parChTrans1D3" presStyleIdx="0" presStyleCnt="10"/>
      <dgm:spPr/>
    </dgm:pt>
    <dgm:pt modelId="{0288D9C6-8A59-3F47-BE03-8E8461BCC502}" type="pres">
      <dgm:prSet presAssocID="{F0848A00-8E10-7F42-95FC-0F18ED59ED2F}" presName="connTx" presStyleLbl="parChTrans1D3" presStyleIdx="0" presStyleCnt="10"/>
      <dgm:spPr/>
    </dgm:pt>
    <dgm:pt modelId="{453A0036-2E57-9746-85BB-AAB2C2A50329}" type="pres">
      <dgm:prSet presAssocID="{64CE56FF-4BBE-4547-AA87-9F60E35EF81D}" presName="root2" presStyleCnt="0"/>
      <dgm:spPr/>
    </dgm:pt>
    <dgm:pt modelId="{5D758923-7632-F147-B30C-5D4E4551A037}" type="pres">
      <dgm:prSet presAssocID="{64CE56FF-4BBE-4547-AA87-9F60E35EF81D}" presName="LevelTwoTextNode" presStyleLbl="node3" presStyleIdx="0" presStyleCnt="10">
        <dgm:presLayoutVars>
          <dgm:chPref val="3"/>
        </dgm:presLayoutVars>
      </dgm:prSet>
      <dgm:spPr/>
    </dgm:pt>
    <dgm:pt modelId="{57279CCB-4F67-D04A-BDF1-B898734B05FE}" type="pres">
      <dgm:prSet presAssocID="{64CE56FF-4BBE-4547-AA87-9F60E35EF81D}" presName="level3hierChild" presStyleCnt="0"/>
      <dgm:spPr/>
    </dgm:pt>
    <dgm:pt modelId="{94865D8D-3A09-D748-B311-A3CDAD3F44B4}" type="pres">
      <dgm:prSet presAssocID="{0B188725-BC66-1744-9824-090E613F7451}" presName="conn2-1" presStyleLbl="parChTrans1D3" presStyleIdx="1" presStyleCnt="10"/>
      <dgm:spPr/>
    </dgm:pt>
    <dgm:pt modelId="{9244C8A0-03BD-654E-983A-9D5ED90FF866}" type="pres">
      <dgm:prSet presAssocID="{0B188725-BC66-1744-9824-090E613F7451}" presName="connTx" presStyleLbl="parChTrans1D3" presStyleIdx="1" presStyleCnt="10"/>
      <dgm:spPr/>
    </dgm:pt>
    <dgm:pt modelId="{87E7862B-5C72-CC49-8287-BAF4C947C346}" type="pres">
      <dgm:prSet presAssocID="{0FE1DE47-81AD-8447-8CC1-C11B00F702E3}" presName="root2" presStyleCnt="0"/>
      <dgm:spPr/>
    </dgm:pt>
    <dgm:pt modelId="{C76E4676-568A-774E-9EEF-BB798F2AA197}" type="pres">
      <dgm:prSet presAssocID="{0FE1DE47-81AD-8447-8CC1-C11B00F702E3}" presName="LevelTwoTextNode" presStyleLbl="node3" presStyleIdx="1" presStyleCnt="10">
        <dgm:presLayoutVars>
          <dgm:chPref val="3"/>
        </dgm:presLayoutVars>
      </dgm:prSet>
      <dgm:spPr/>
    </dgm:pt>
    <dgm:pt modelId="{6B86DCD4-40D3-3140-9569-96426448989C}" type="pres">
      <dgm:prSet presAssocID="{0FE1DE47-81AD-8447-8CC1-C11B00F702E3}" presName="level3hierChild" presStyleCnt="0"/>
      <dgm:spPr/>
    </dgm:pt>
    <dgm:pt modelId="{80FD3341-E989-4F4F-8E24-427C4F860D37}" type="pres">
      <dgm:prSet presAssocID="{64851D3F-3D0F-D540-BFA3-D4BBF2E9AEE9}" presName="conn2-1" presStyleLbl="parChTrans1D3" presStyleIdx="2" presStyleCnt="10"/>
      <dgm:spPr/>
    </dgm:pt>
    <dgm:pt modelId="{C5CEBB45-6572-FD44-B2A9-CD74ED6A5985}" type="pres">
      <dgm:prSet presAssocID="{64851D3F-3D0F-D540-BFA3-D4BBF2E9AEE9}" presName="connTx" presStyleLbl="parChTrans1D3" presStyleIdx="2" presStyleCnt="10"/>
      <dgm:spPr/>
    </dgm:pt>
    <dgm:pt modelId="{E95D2710-C076-F747-9A61-B03E57385471}" type="pres">
      <dgm:prSet presAssocID="{3CCFC2D1-0092-8349-929D-81944BFAC979}" presName="root2" presStyleCnt="0"/>
      <dgm:spPr/>
    </dgm:pt>
    <dgm:pt modelId="{F0D63CD5-9A20-2649-B720-0382C74FD247}" type="pres">
      <dgm:prSet presAssocID="{3CCFC2D1-0092-8349-929D-81944BFAC979}" presName="LevelTwoTextNode" presStyleLbl="node3" presStyleIdx="2" presStyleCnt="10">
        <dgm:presLayoutVars>
          <dgm:chPref val="3"/>
        </dgm:presLayoutVars>
      </dgm:prSet>
      <dgm:spPr/>
    </dgm:pt>
    <dgm:pt modelId="{87F67C45-F439-D345-A4D0-C2D905233D1B}" type="pres">
      <dgm:prSet presAssocID="{3CCFC2D1-0092-8349-929D-81944BFAC979}" presName="level3hierChild" presStyleCnt="0"/>
      <dgm:spPr/>
    </dgm:pt>
    <dgm:pt modelId="{6F7AA9BF-0954-1A42-89EC-C94D28836D8B}" type="pres">
      <dgm:prSet presAssocID="{5F8690FB-4548-CB46-A64A-591B8BA85306}" presName="conn2-1" presStyleLbl="parChTrans1D3" presStyleIdx="3" presStyleCnt="10"/>
      <dgm:spPr/>
    </dgm:pt>
    <dgm:pt modelId="{737C5FB3-705C-3543-B0D6-6B1118587528}" type="pres">
      <dgm:prSet presAssocID="{5F8690FB-4548-CB46-A64A-591B8BA85306}" presName="connTx" presStyleLbl="parChTrans1D3" presStyleIdx="3" presStyleCnt="10"/>
      <dgm:spPr/>
    </dgm:pt>
    <dgm:pt modelId="{A446DFB7-7D76-FA4D-8270-7AB29B399A8E}" type="pres">
      <dgm:prSet presAssocID="{1B6C6732-1F09-C24D-AEF5-0AD1B5C103B6}" presName="root2" presStyleCnt="0"/>
      <dgm:spPr/>
    </dgm:pt>
    <dgm:pt modelId="{18F2160A-43DB-A146-AE92-67E57C1660E4}" type="pres">
      <dgm:prSet presAssocID="{1B6C6732-1F09-C24D-AEF5-0AD1B5C103B6}" presName="LevelTwoTextNode" presStyleLbl="node3" presStyleIdx="3" presStyleCnt="10">
        <dgm:presLayoutVars>
          <dgm:chPref val="3"/>
        </dgm:presLayoutVars>
      </dgm:prSet>
      <dgm:spPr/>
    </dgm:pt>
    <dgm:pt modelId="{F73FF120-FA7F-6142-88AC-11D17922359D}" type="pres">
      <dgm:prSet presAssocID="{1B6C6732-1F09-C24D-AEF5-0AD1B5C103B6}" presName="level3hierChild" presStyleCnt="0"/>
      <dgm:spPr/>
    </dgm:pt>
    <dgm:pt modelId="{C2C6B3C6-0AAA-8348-8005-04E3FF78B420}" type="pres">
      <dgm:prSet presAssocID="{81E1B991-72C8-844F-9B37-9B35320795BD}" presName="conn2-1" presStyleLbl="parChTrans1D3" presStyleIdx="4" presStyleCnt="10"/>
      <dgm:spPr/>
    </dgm:pt>
    <dgm:pt modelId="{4A20370F-C248-C547-AF29-707E70AA6433}" type="pres">
      <dgm:prSet presAssocID="{81E1B991-72C8-844F-9B37-9B35320795BD}" presName="connTx" presStyleLbl="parChTrans1D3" presStyleIdx="4" presStyleCnt="10"/>
      <dgm:spPr/>
    </dgm:pt>
    <dgm:pt modelId="{F5D95097-3F70-2D48-9619-AA80F7B17D15}" type="pres">
      <dgm:prSet presAssocID="{AD2EAF4E-5C02-C145-AC4C-136CF24D3BA3}" presName="root2" presStyleCnt="0"/>
      <dgm:spPr/>
    </dgm:pt>
    <dgm:pt modelId="{31F0D736-547F-E34A-8D13-B871A45E9C5B}" type="pres">
      <dgm:prSet presAssocID="{AD2EAF4E-5C02-C145-AC4C-136CF24D3BA3}" presName="LevelTwoTextNode" presStyleLbl="node3" presStyleIdx="4" presStyleCnt="10">
        <dgm:presLayoutVars>
          <dgm:chPref val="3"/>
        </dgm:presLayoutVars>
      </dgm:prSet>
      <dgm:spPr/>
    </dgm:pt>
    <dgm:pt modelId="{9E8F952F-2594-4941-9C15-D3F65C6786B0}" type="pres">
      <dgm:prSet presAssocID="{AD2EAF4E-5C02-C145-AC4C-136CF24D3BA3}" presName="level3hierChild" presStyleCnt="0"/>
      <dgm:spPr/>
    </dgm:pt>
    <dgm:pt modelId="{97992BCC-1D22-E74D-9189-2AD3E020920E}" type="pres">
      <dgm:prSet presAssocID="{344FCF2B-6294-D749-B21F-A7ABFFDA71C1}" presName="conn2-1" presStyleLbl="parChTrans1D3" presStyleIdx="5" presStyleCnt="10"/>
      <dgm:spPr/>
    </dgm:pt>
    <dgm:pt modelId="{4EF76E8E-C68F-7943-B10E-F1A82EE82D9E}" type="pres">
      <dgm:prSet presAssocID="{344FCF2B-6294-D749-B21F-A7ABFFDA71C1}" presName="connTx" presStyleLbl="parChTrans1D3" presStyleIdx="5" presStyleCnt="10"/>
      <dgm:spPr/>
    </dgm:pt>
    <dgm:pt modelId="{DD722DB7-4781-EA4C-98B3-0184C5B40C44}" type="pres">
      <dgm:prSet presAssocID="{061D61B3-2DDC-884F-9081-7846FC98F36E}" presName="root2" presStyleCnt="0"/>
      <dgm:spPr/>
    </dgm:pt>
    <dgm:pt modelId="{A94151F1-A4D5-CA4C-AE6F-E12E3E2C6DA8}" type="pres">
      <dgm:prSet presAssocID="{061D61B3-2DDC-884F-9081-7846FC98F36E}" presName="LevelTwoTextNode" presStyleLbl="node3" presStyleIdx="5" presStyleCnt="10">
        <dgm:presLayoutVars>
          <dgm:chPref val="3"/>
        </dgm:presLayoutVars>
      </dgm:prSet>
      <dgm:spPr/>
    </dgm:pt>
    <dgm:pt modelId="{DE87C1BD-8441-FC4C-BCE9-39AFDC692373}" type="pres">
      <dgm:prSet presAssocID="{061D61B3-2DDC-884F-9081-7846FC98F36E}" presName="level3hierChild" presStyleCnt="0"/>
      <dgm:spPr/>
    </dgm:pt>
    <dgm:pt modelId="{BEF48820-DB85-414C-B700-36B61CFDBA6B}" type="pres">
      <dgm:prSet presAssocID="{03AB2624-5F1C-FE49-8B61-63F63F7E09D5}" presName="conn2-1" presStyleLbl="parChTrans1D2" presStyleIdx="3" presStyleCnt="5"/>
      <dgm:spPr/>
    </dgm:pt>
    <dgm:pt modelId="{F987A34A-CA18-0F42-8684-F42F365DC38E}" type="pres">
      <dgm:prSet presAssocID="{03AB2624-5F1C-FE49-8B61-63F63F7E09D5}" presName="connTx" presStyleLbl="parChTrans1D2" presStyleIdx="3" presStyleCnt="5"/>
      <dgm:spPr/>
    </dgm:pt>
    <dgm:pt modelId="{FF4B9316-3457-DB45-8099-CA5786C8F256}" type="pres">
      <dgm:prSet presAssocID="{97BCD6DD-C07E-884B-8E19-93E295C00074}" presName="root2" presStyleCnt="0"/>
      <dgm:spPr/>
    </dgm:pt>
    <dgm:pt modelId="{1AC2A6E3-75AA-0D4F-9C65-3FB92BCB323F}" type="pres">
      <dgm:prSet presAssocID="{97BCD6DD-C07E-884B-8E19-93E295C00074}" presName="LevelTwoTextNode" presStyleLbl="node2" presStyleIdx="3" presStyleCnt="5">
        <dgm:presLayoutVars>
          <dgm:chPref val="3"/>
        </dgm:presLayoutVars>
      </dgm:prSet>
      <dgm:spPr/>
    </dgm:pt>
    <dgm:pt modelId="{35B864A6-4FC4-CE4E-9877-D2F31ECEE30B}" type="pres">
      <dgm:prSet presAssocID="{97BCD6DD-C07E-884B-8E19-93E295C00074}" presName="level3hierChild" presStyleCnt="0"/>
      <dgm:spPr/>
    </dgm:pt>
    <dgm:pt modelId="{6DA97535-9DEC-6D4C-A7CE-4BF9185BBE92}" type="pres">
      <dgm:prSet presAssocID="{337B6E6F-D00C-6A4F-831C-F4B9FBC63111}" presName="conn2-1" presStyleLbl="parChTrans1D3" presStyleIdx="6" presStyleCnt="10"/>
      <dgm:spPr/>
    </dgm:pt>
    <dgm:pt modelId="{ADA1B3FD-AF5F-2D44-8112-FFF96214EC8F}" type="pres">
      <dgm:prSet presAssocID="{337B6E6F-D00C-6A4F-831C-F4B9FBC63111}" presName="connTx" presStyleLbl="parChTrans1D3" presStyleIdx="6" presStyleCnt="10"/>
      <dgm:spPr/>
    </dgm:pt>
    <dgm:pt modelId="{FE2F4873-4677-C64D-B643-8C7997356F77}" type="pres">
      <dgm:prSet presAssocID="{284B5213-1476-CC48-8997-E0E7B6755DB8}" presName="root2" presStyleCnt="0"/>
      <dgm:spPr/>
    </dgm:pt>
    <dgm:pt modelId="{D5357625-5409-A443-9E95-A64D4F71CC21}" type="pres">
      <dgm:prSet presAssocID="{284B5213-1476-CC48-8997-E0E7B6755DB8}" presName="LevelTwoTextNode" presStyleLbl="node3" presStyleIdx="6" presStyleCnt="10">
        <dgm:presLayoutVars>
          <dgm:chPref val="3"/>
        </dgm:presLayoutVars>
      </dgm:prSet>
      <dgm:spPr/>
    </dgm:pt>
    <dgm:pt modelId="{4592BA5B-C2B5-4747-B747-FBA01409E673}" type="pres">
      <dgm:prSet presAssocID="{284B5213-1476-CC48-8997-E0E7B6755DB8}" presName="level3hierChild" presStyleCnt="0"/>
      <dgm:spPr/>
    </dgm:pt>
    <dgm:pt modelId="{DEB63F36-3130-534E-9761-146BA5100B54}" type="pres">
      <dgm:prSet presAssocID="{D5689377-1400-BE4C-B0D7-4968E64EB49D}" presName="conn2-1" presStyleLbl="parChTrans1D3" presStyleIdx="7" presStyleCnt="10"/>
      <dgm:spPr/>
    </dgm:pt>
    <dgm:pt modelId="{3D721087-BA9A-314E-B177-5545C521002F}" type="pres">
      <dgm:prSet presAssocID="{D5689377-1400-BE4C-B0D7-4968E64EB49D}" presName="connTx" presStyleLbl="parChTrans1D3" presStyleIdx="7" presStyleCnt="10"/>
      <dgm:spPr/>
    </dgm:pt>
    <dgm:pt modelId="{0218FBFB-9C27-9E44-B0D3-111421EBC057}" type="pres">
      <dgm:prSet presAssocID="{6D3AACB7-8807-E34E-98D8-823FA7DAB6F7}" presName="root2" presStyleCnt="0"/>
      <dgm:spPr/>
    </dgm:pt>
    <dgm:pt modelId="{C197B947-8B2C-5D4C-920D-F152EF164438}" type="pres">
      <dgm:prSet presAssocID="{6D3AACB7-8807-E34E-98D8-823FA7DAB6F7}" presName="LevelTwoTextNode" presStyleLbl="node3" presStyleIdx="7" presStyleCnt="10">
        <dgm:presLayoutVars>
          <dgm:chPref val="3"/>
        </dgm:presLayoutVars>
      </dgm:prSet>
      <dgm:spPr/>
    </dgm:pt>
    <dgm:pt modelId="{4A6059E7-E45B-E340-8BFC-65939CDADA9E}" type="pres">
      <dgm:prSet presAssocID="{6D3AACB7-8807-E34E-98D8-823FA7DAB6F7}" presName="level3hierChild" presStyleCnt="0"/>
      <dgm:spPr/>
    </dgm:pt>
    <dgm:pt modelId="{5BD58705-B9F5-7D4A-8151-253CB4A3DEA0}" type="pres">
      <dgm:prSet presAssocID="{01C9146B-677E-714A-8F9C-1B8CB9BBF9D7}" presName="conn2-1" presStyleLbl="parChTrans1D3" presStyleIdx="8" presStyleCnt="10"/>
      <dgm:spPr/>
    </dgm:pt>
    <dgm:pt modelId="{0FA6CC12-DF4B-8846-9EC3-A29D2A43C5AF}" type="pres">
      <dgm:prSet presAssocID="{01C9146B-677E-714A-8F9C-1B8CB9BBF9D7}" presName="connTx" presStyleLbl="parChTrans1D3" presStyleIdx="8" presStyleCnt="10"/>
      <dgm:spPr/>
    </dgm:pt>
    <dgm:pt modelId="{CAFD4F0E-19FD-894C-86A3-34A6286413CA}" type="pres">
      <dgm:prSet presAssocID="{319DDD50-7140-D242-B621-83D44939508A}" presName="root2" presStyleCnt="0"/>
      <dgm:spPr/>
    </dgm:pt>
    <dgm:pt modelId="{0BF61392-8A64-C04E-BFF5-32A98DA10EF5}" type="pres">
      <dgm:prSet presAssocID="{319DDD50-7140-D242-B621-83D44939508A}" presName="LevelTwoTextNode" presStyleLbl="node3" presStyleIdx="8" presStyleCnt="10">
        <dgm:presLayoutVars>
          <dgm:chPref val="3"/>
        </dgm:presLayoutVars>
      </dgm:prSet>
      <dgm:spPr/>
    </dgm:pt>
    <dgm:pt modelId="{CEBF40EF-BDC7-664D-AEAC-35753FAD1718}" type="pres">
      <dgm:prSet presAssocID="{319DDD50-7140-D242-B621-83D44939508A}" presName="level3hierChild" presStyleCnt="0"/>
      <dgm:spPr/>
    </dgm:pt>
    <dgm:pt modelId="{CD7678AB-62D3-844D-A411-A3D557D4D87F}" type="pres">
      <dgm:prSet presAssocID="{286B0013-20A0-B342-A039-CF394EE3352D}" presName="conn2-1" presStyleLbl="parChTrans1D3" presStyleIdx="9" presStyleCnt="10"/>
      <dgm:spPr/>
    </dgm:pt>
    <dgm:pt modelId="{A3614069-A6B2-3B44-B623-6D603898B5A9}" type="pres">
      <dgm:prSet presAssocID="{286B0013-20A0-B342-A039-CF394EE3352D}" presName="connTx" presStyleLbl="parChTrans1D3" presStyleIdx="9" presStyleCnt="10"/>
      <dgm:spPr/>
    </dgm:pt>
    <dgm:pt modelId="{947FFCA3-2AA9-8744-9D3D-07DE334C1A3C}" type="pres">
      <dgm:prSet presAssocID="{80C35FE7-4720-F24D-9943-273129AE91CC}" presName="root2" presStyleCnt="0"/>
      <dgm:spPr/>
    </dgm:pt>
    <dgm:pt modelId="{BA40DC1D-C48E-B84B-812C-D1CE2F74C8B5}" type="pres">
      <dgm:prSet presAssocID="{80C35FE7-4720-F24D-9943-273129AE91CC}" presName="LevelTwoTextNode" presStyleLbl="node3" presStyleIdx="9" presStyleCnt="10">
        <dgm:presLayoutVars>
          <dgm:chPref val="3"/>
        </dgm:presLayoutVars>
      </dgm:prSet>
      <dgm:spPr/>
    </dgm:pt>
    <dgm:pt modelId="{623DE946-423E-8B43-94B0-4699E0829F73}" type="pres">
      <dgm:prSet presAssocID="{80C35FE7-4720-F24D-9943-273129AE91CC}" presName="level3hierChild" presStyleCnt="0"/>
      <dgm:spPr/>
    </dgm:pt>
    <dgm:pt modelId="{4A1F5D4F-441B-1E45-B72C-2C62EBA018E1}" type="pres">
      <dgm:prSet presAssocID="{7514E751-615B-8549-9CBE-103E5DCADD88}" presName="conn2-1" presStyleLbl="parChTrans1D2" presStyleIdx="4" presStyleCnt="5"/>
      <dgm:spPr/>
    </dgm:pt>
    <dgm:pt modelId="{7073901A-E4CB-C24B-9F93-D0766DCA6923}" type="pres">
      <dgm:prSet presAssocID="{7514E751-615B-8549-9CBE-103E5DCADD88}" presName="connTx" presStyleLbl="parChTrans1D2" presStyleIdx="4" presStyleCnt="5"/>
      <dgm:spPr/>
    </dgm:pt>
    <dgm:pt modelId="{575F2AD6-EDB4-2D46-933C-19E4C1C4D90F}" type="pres">
      <dgm:prSet presAssocID="{344666CC-B520-EA4A-BC22-DF6952FFD7C1}" presName="root2" presStyleCnt="0"/>
      <dgm:spPr/>
    </dgm:pt>
    <dgm:pt modelId="{F758A10B-4D6B-B443-8E98-36FE6148F9C8}" type="pres">
      <dgm:prSet presAssocID="{344666CC-B520-EA4A-BC22-DF6952FFD7C1}" presName="LevelTwoTextNode" presStyleLbl="node2" presStyleIdx="4" presStyleCnt="5">
        <dgm:presLayoutVars>
          <dgm:chPref val="3"/>
        </dgm:presLayoutVars>
      </dgm:prSet>
      <dgm:spPr/>
    </dgm:pt>
    <dgm:pt modelId="{DC92768C-9418-9649-BEEA-A6F40F3300E9}" type="pres">
      <dgm:prSet presAssocID="{344666CC-B520-EA4A-BC22-DF6952FFD7C1}" presName="level3hierChild" presStyleCnt="0"/>
      <dgm:spPr/>
    </dgm:pt>
  </dgm:ptLst>
  <dgm:cxnLst>
    <dgm:cxn modelId="{29ADBF03-F156-654B-97FC-0C9400E320F6}" type="presOf" srcId="{01C9146B-677E-714A-8F9C-1B8CB9BBF9D7}" destId="{5BD58705-B9F5-7D4A-8151-253CB4A3DEA0}" srcOrd="0" destOrd="0" presId="urn:microsoft.com/office/officeart/2005/8/layout/hierarchy2"/>
    <dgm:cxn modelId="{7727D20A-02C6-F94B-AAA1-E315429D8586}" type="presOf" srcId="{0B188725-BC66-1744-9824-090E613F7451}" destId="{94865D8D-3A09-D748-B311-A3CDAD3F44B4}" srcOrd="0" destOrd="0" presId="urn:microsoft.com/office/officeart/2005/8/layout/hierarchy2"/>
    <dgm:cxn modelId="{EF294F0C-EA12-9C4D-AE50-1E389F5E67C4}" srcId="{97BCD6DD-C07E-884B-8E19-93E295C00074}" destId="{284B5213-1476-CC48-8997-E0E7B6755DB8}" srcOrd="0" destOrd="0" parTransId="{337B6E6F-D00C-6A4F-831C-F4B9FBC63111}" sibTransId="{FC376E1A-CD8A-554E-9F18-B8B8D9B69DB7}"/>
    <dgm:cxn modelId="{167ECA11-AD3B-8344-8E02-FB68BD9E646B}" type="presOf" srcId="{03AB2624-5F1C-FE49-8B61-63F63F7E09D5}" destId="{F987A34A-CA18-0F42-8684-F42F365DC38E}" srcOrd="1" destOrd="0" presId="urn:microsoft.com/office/officeart/2005/8/layout/hierarchy2"/>
    <dgm:cxn modelId="{07BB0E15-CEF5-F941-8CE6-0BD952852B5C}" type="presOf" srcId="{64851D3F-3D0F-D540-BFA3-D4BBF2E9AEE9}" destId="{80FD3341-E989-4F4F-8E24-427C4F860D37}" srcOrd="0" destOrd="0" presId="urn:microsoft.com/office/officeart/2005/8/layout/hierarchy2"/>
    <dgm:cxn modelId="{80E12F15-A745-FA47-AAAE-B949261E6E94}" srcId="{283F2927-D6E5-1145-9BE2-0F04D2EE115F}" destId="{5037BDE6-787A-0543-AFCB-186FC8BE546F}" srcOrd="0" destOrd="0" parTransId="{AA340DE2-831B-E447-836E-06EDE983EB38}" sibTransId="{093ACA80-E45E-6A48-893C-9E60E2FF8F0E}"/>
    <dgm:cxn modelId="{17285B23-F74E-A240-9D61-6633747A0CFF}" srcId="{97BCD6DD-C07E-884B-8E19-93E295C00074}" destId="{6D3AACB7-8807-E34E-98D8-823FA7DAB6F7}" srcOrd="1" destOrd="0" parTransId="{D5689377-1400-BE4C-B0D7-4968E64EB49D}" sibTransId="{C073976E-8FEC-AF43-A948-4ACE27CAB38E}"/>
    <dgm:cxn modelId="{5F0B2B2A-52D4-D94C-AB94-7E5D405CA4B3}" type="presOf" srcId="{0FE1DE47-81AD-8447-8CC1-C11B00F702E3}" destId="{C76E4676-568A-774E-9EEF-BB798F2AA197}" srcOrd="0" destOrd="0" presId="urn:microsoft.com/office/officeart/2005/8/layout/hierarchy2"/>
    <dgm:cxn modelId="{E5C4482D-0DA5-E441-98C2-5FD58FAC138E}" type="presOf" srcId="{A43D4831-641B-8344-9159-A6142C69A6ED}" destId="{941160C4-679F-7244-9755-6B718CF22080}" srcOrd="1" destOrd="0" presId="urn:microsoft.com/office/officeart/2005/8/layout/hierarchy2"/>
    <dgm:cxn modelId="{3E128B2F-0262-3E4B-A0B1-FCCE30BDEC9F}" srcId="{5037BDE6-787A-0543-AFCB-186FC8BE546F}" destId="{935C508C-F082-9948-AA67-F1209AADE919}" srcOrd="2" destOrd="0" parTransId="{6FD4D4BC-BD58-9947-B5EE-4FE5E85576AD}" sibTransId="{B0C598FD-588C-3344-8F67-3E0DE414BAE5}"/>
    <dgm:cxn modelId="{0EB12435-FB12-E540-8043-B8EB425C830A}" type="presOf" srcId="{D5689377-1400-BE4C-B0D7-4968E64EB49D}" destId="{DEB63F36-3130-534E-9761-146BA5100B54}" srcOrd="0" destOrd="0" presId="urn:microsoft.com/office/officeart/2005/8/layout/hierarchy2"/>
    <dgm:cxn modelId="{A2824B37-CA39-AA45-8155-D67BF510EBEA}" type="presOf" srcId="{061D61B3-2DDC-884F-9081-7846FC98F36E}" destId="{A94151F1-A4D5-CA4C-AE6F-E12E3E2C6DA8}" srcOrd="0" destOrd="0" presId="urn:microsoft.com/office/officeart/2005/8/layout/hierarchy2"/>
    <dgm:cxn modelId="{18B4F239-236A-BB4E-BA64-8144644E66A3}" type="presOf" srcId="{64851D3F-3D0F-D540-BFA3-D4BBF2E9AEE9}" destId="{C5CEBB45-6572-FD44-B2A9-CD74ED6A5985}" srcOrd="1" destOrd="0" presId="urn:microsoft.com/office/officeart/2005/8/layout/hierarchy2"/>
    <dgm:cxn modelId="{F98E1F3C-12C1-404A-817C-B9BF80AD60DD}" type="presOf" srcId="{337B6E6F-D00C-6A4F-831C-F4B9FBC63111}" destId="{6DA97535-9DEC-6D4C-A7CE-4BF9185BBE92}" srcOrd="0" destOrd="0" presId="urn:microsoft.com/office/officeart/2005/8/layout/hierarchy2"/>
    <dgm:cxn modelId="{85538642-7345-2B4D-92C0-1B171D3B9B1E}" type="presOf" srcId="{6D3AACB7-8807-E34E-98D8-823FA7DAB6F7}" destId="{C197B947-8B2C-5D4C-920D-F152EF164438}" srcOrd="0" destOrd="0" presId="urn:microsoft.com/office/officeart/2005/8/layout/hierarchy2"/>
    <dgm:cxn modelId="{484E284B-83DA-6D4B-968B-33A09449ACA1}" srcId="{935C508C-F082-9948-AA67-F1209AADE919}" destId="{061D61B3-2DDC-884F-9081-7846FC98F36E}" srcOrd="5" destOrd="0" parTransId="{344FCF2B-6294-D749-B21F-A7ABFFDA71C1}" sibTransId="{7B10FB9B-BC83-0C4B-9602-BE342B5B1981}"/>
    <dgm:cxn modelId="{BF4BDE55-FE18-BC48-BF3F-76D2FA0B3ED8}" type="presOf" srcId="{286B0013-20A0-B342-A039-CF394EE3352D}" destId="{CD7678AB-62D3-844D-A411-A3D557D4D87F}" srcOrd="0" destOrd="0" presId="urn:microsoft.com/office/officeart/2005/8/layout/hierarchy2"/>
    <dgm:cxn modelId="{4FCBC756-5CE9-6A4A-90B1-63B8222CA2AB}" srcId="{935C508C-F082-9948-AA67-F1209AADE919}" destId="{64CE56FF-4BBE-4547-AA87-9F60E35EF81D}" srcOrd="0" destOrd="0" parTransId="{F0848A00-8E10-7F42-95FC-0F18ED59ED2F}" sibTransId="{5BAA07A7-17F6-194E-B67B-6DC113C1C6AF}"/>
    <dgm:cxn modelId="{E96D2F5B-768F-BF49-BF4E-93232953DF61}" type="presOf" srcId="{5FBE8CFD-23E5-094B-874C-C54864BF8244}" destId="{CE70E31F-59A4-064F-848F-73F20EFCB269}" srcOrd="0" destOrd="0" presId="urn:microsoft.com/office/officeart/2005/8/layout/hierarchy2"/>
    <dgm:cxn modelId="{14B4FF60-AA4B-2D4C-B58D-FEA2E4D07107}" srcId="{5037BDE6-787A-0543-AFCB-186FC8BE546F}" destId="{344666CC-B520-EA4A-BC22-DF6952FFD7C1}" srcOrd="4" destOrd="0" parTransId="{7514E751-615B-8549-9CBE-103E5DCADD88}" sibTransId="{615BD481-DE04-4F49-AE2B-D370FBECD46E}"/>
    <dgm:cxn modelId="{EFD55266-DA4A-5948-94A4-B1963DDD3A5C}" srcId="{935C508C-F082-9948-AA67-F1209AADE919}" destId="{0FE1DE47-81AD-8447-8CC1-C11B00F702E3}" srcOrd="1" destOrd="0" parTransId="{0B188725-BC66-1744-9824-090E613F7451}" sibTransId="{9075FC50-7442-3842-AD18-D6A0FF99A15E}"/>
    <dgm:cxn modelId="{F118C26F-BCAA-4E46-ADFC-7DE71D5B67CD}" srcId="{935C508C-F082-9948-AA67-F1209AADE919}" destId="{AD2EAF4E-5C02-C145-AC4C-136CF24D3BA3}" srcOrd="4" destOrd="0" parTransId="{81E1B991-72C8-844F-9B37-9B35320795BD}" sibTransId="{CBB2BA89-50DE-1340-927A-ED3181BF36CA}"/>
    <dgm:cxn modelId="{5C4F6370-18D0-D240-B72D-0F45C224748F}" srcId="{97BCD6DD-C07E-884B-8E19-93E295C00074}" destId="{80C35FE7-4720-F24D-9943-273129AE91CC}" srcOrd="3" destOrd="0" parTransId="{286B0013-20A0-B342-A039-CF394EE3352D}" sibTransId="{4EDB3B35-E750-0D43-9A1D-A5D59735F0BD}"/>
    <dgm:cxn modelId="{F87A9677-3B66-5849-9956-BCC587E72F72}" type="presOf" srcId="{935C508C-F082-9948-AA67-F1209AADE919}" destId="{83068DA1-849D-C643-9B99-D27405DDC2DE}" srcOrd="0" destOrd="0" presId="urn:microsoft.com/office/officeart/2005/8/layout/hierarchy2"/>
    <dgm:cxn modelId="{046C2E7E-A65A-0D43-8AD3-91568CB102F4}" type="presOf" srcId="{03AB2624-5F1C-FE49-8B61-63F63F7E09D5}" destId="{BEF48820-DB85-414C-B700-36B61CFDBA6B}" srcOrd="0" destOrd="0" presId="urn:microsoft.com/office/officeart/2005/8/layout/hierarchy2"/>
    <dgm:cxn modelId="{BFBCB689-DA8F-564C-8DA8-F95AD4FB1AFF}" type="presOf" srcId="{B79F20E8-83C2-7F4F-BAFD-99FDAFF17DAA}" destId="{78F730AE-84F2-EA41-AD45-C6113565B6F4}" srcOrd="1" destOrd="0" presId="urn:microsoft.com/office/officeart/2005/8/layout/hierarchy2"/>
    <dgm:cxn modelId="{B882E88B-68DD-484B-ADEA-F2CDF9AB4A0B}" type="presOf" srcId="{81E1B991-72C8-844F-9B37-9B35320795BD}" destId="{4A20370F-C248-C547-AF29-707E70AA6433}" srcOrd="1" destOrd="0" presId="urn:microsoft.com/office/officeart/2005/8/layout/hierarchy2"/>
    <dgm:cxn modelId="{A31F7D91-F813-AC42-A284-8B164E15DF8A}" type="presOf" srcId="{64CE56FF-4BBE-4547-AA87-9F60E35EF81D}" destId="{5D758923-7632-F147-B30C-5D4E4551A037}" srcOrd="0" destOrd="0" presId="urn:microsoft.com/office/officeart/2005/8/layout/hierarchy2"/>
    <dgm:cxn modelId="{E87A3193-5334-4F45-ACD1-6B2F82AB4775}" type="presOf" srcId="{A43D4831-641B-8344-9159-A6142C69A6ED}" destId="{2933B3B8-E2CC-9445-9793-5047CDE046E8}" srcOrd="0" destOrd="0" presId="urn:microsoft.com/office/officeart/2005/8/layout/hierarchy2"/>
    <dgm:cxn modelId="{7A00A795-5A78-3043-AC4D-78DC29B8311C}" type="presOf" srcId="{1B6C6732-1F09-C24D-AEF5-0AD1B5C103B6}" destId="{18F2160A-43DB-A146-AE92-67E57C1660E4}" srcOrd="0" destOrd="0" presId="urn:microsoft.com/office/officeart/2005/8/layout/hierarchy2"/>
    <dgm:cxn modelId="{8CAA4597-6166-1745-B1C8-D509A4CEE226}" type="presOf" srcId="{D5689377-1400-BE4C-B0D7-4968E64EB49D}" destId="{3D721087-BA9A-314E-B177-5545C521002F}" srcOrd="1" destOrd="0" presId="urn:microsoft.com/office/officeart/2005/8/layout/hierarchy2"/>
    <dgm:cxn modelId="{F1A59F97-763C-8247-8E57-6183496C52C1}" type="presOf" srcId="{F0848A00-8E10-7F42-95FC-0F18ED59ED2F}" destId="{8F1D1DDB-02F0-DA47-B1F3-D0A1EF8B30CF}" srcOrd="0" destOrd="0" presId="urn:microsoft.com/office/officeart/2005/8/layout/hierarchy2"/>
    <dgm:cxn modelId="{D16DE99D-3137-184C-98E6-41680DF58E19}" type="presOf" srcId="{0B188725-BC66-1744-9824-090E613F7451}" destId="{9244C8A0-03BD-654E-983A-9D5ED90FF866}" srcOrd="1" destOrd="0" presId="urn:microsoft.com/office/officeart/2005/8/layout/hierarchy2"/>
    <dgm:cxn modelId="{B00768A3-0034-9F45-8B12-748A7B2F285D}" type="presOf" srcId="{5F8690FB-4548-CB46-A64A-591B8BA85306}" destId="{6F7AA9BF-0954-1A42-89EC-C94D28836D8B}" srcOrd="0" destOrd="0" presId="urn:microsoft.com/office/officeart/2005/8/layout/hierarchy2"/>
    <dgm:cxn modelId="{6F9420A5-A742-7D4D-8161-1CF3CFF84D4D}" type="presOf" srcId="{AD2EAF4E-5C02-C145-AC4C-136CF24D3BA3}" destId="{31F0D736-547F-E34A-8D13-B871A45E9C5B}" srcOrd="0" destOrd="0" presId="urn:microsoft.com/office/officeart/2005/8/layout/hierarchy2"/>
    <dgm:cxn modelId="{FD6117AC-A8C2-1245-9563-60E5E1DE6921}" srcId="{935C508C-F082-9948-AA67-F1209AADE919}" destId="{1B6C6732-1F09-C24D-AEF5-0AD1B5C103B6}" srcOrd="3" destOrd="0" parTransId="{5F8690FB-4548-CB46-A64A-591B8BA85306}" sibTransId="{26BC6E4E-A3A9-B24D-A154-0DAC63292908}"/>
    <dgm:cxn modelId="{A228A3AE-7237-E64E-938E-9A8C8BB852C2}" type="presOf" srcId="{B79F20E8-83C2-7F4F-BAFD-99FDAFF17DAA}" destId="{77694C65-C3C1-C340-84A2-EB3AB872DD24}" srcOrd="0" destOrd="0" presId="urn:microsoft.com/office/officeart/2005/8/layout/hierarchy2"/>
    <dgm:cxn modelId="{F14E08AF-A180-6942-8E11-89C7FB082112}" type="presOf" srcId="{97BCD6DD-C07E-884B-8E19-93E295C00074}" destId="{1AC2A6E3-75AA-0D4F-9C65-3FB92BCB323F}" srcOrd="0" destOrd="0" presId="urn:microsoft.com/office/officeart/2005/8/layout/hierarchy2"/>
    <dgm:cxn modelId="{C91C98B4-24DC-7142-9527-D9819D8EDEE9}" type="presOf" srcId="{283F2927-D6E5-1145-9BE2-0F04D2EE115F}" destId="{A9C74FDD-428E-9748-BF10-CEFDCBB4DD24}" srcOrd="0" destOrd="0" presId="urn:microsoft.com/office/officeart/2005/8/layout/hierarchy2"/>
    <dgm:cxn modelId="{3747EBB8-9FB1-084C-84FB-A5DCFBF5238E}" type="presOf" srcId="{3CCFC2D1-0092-8349-929D-81944BFAC979}" destId="{F0D63CD5-9A20-2649-B720-0382C74FD247}" srcOrd="0" destOrd="0" presId="urn:microsoft.com/office/officeart/2005/8/layout/hierarchy2"/>
    <dgm:cxn modelId="{B9D300C1-0CE3-714E-A526-AA4FBD781AB6}" type="presOf" srcId="{80C35FE7-4720-F24D-9943-273129AE91CC}" destId="{BA40DC1D-C48E-B84B-812C-D1CE2F74C8B5}" srcOrd="0" destOrd="0" presId="urn:microsoft.com/office/officeart/2005/8/layout/hierarchy2"/>
    <dgm:cxn modelId="{2C9796C3-469C-0F44-8949-28EA15F110D8}" type="presOf" srcId="{CB7433EE-CDF2-594C-A7E7-21E111212089}" destId="{79EE92E2-C4D8-D846-8181-2023AE38B109}" srcOrd="0" destOrd="0" presId="urn:microsoft.com/office/officeart/2005/8/layout/hierarchy2"/>
    <dgm:cxn modelId="{B44A5BC5-FF64-0648-8551-96D610463E16}" type="presOf" srcId="{5F8690FB-4548-CB46-A64A-591B8BA85306}" destId="{737C5FB3-705C-3543-B0D6-6B1118587528}" srcOrd="1" destOrd="0" presId="urn:microsoft.com/office/officeart/2005/8/layout/hierarchy2"/>
    <dgm:cxn modelId="{F7F762CC-4E0C-9F43-86AE-55EE8E09DF7F}" type="presOf" srcId="{344666CC-B520-EA4A-BC22-DF6952FFD7C1}" destId="{F758A10B-4D6B-B443-8E98-36FE6148F9C8}" srcOrd="0" destOrd="0" presId="urn:microsoft.com/office/officeart/2005/8/layout/hierarchy2"/>
    <dgm:cxn modelId="{8DCDA1CC-D8B5-BA41-893A-752111E31D49}" srcId="{5037BDE6-787A-0543-AFCB-186FC8BE546F}" destId="{97BCD6DD-C07E-884B-8E19-93E295C00074}" srcOrd="3" destOrd="0" parTransId="{03AB2624-5F1C-FE49-8B61-63F63F7E09D5}" sibTransId="{C2855CD8-55CE-774C-B25C-D452DD9C57EC}"/>
    <dgm:cxn modelId="{E7A8CBCC-52E4-E34E-8403-7732AE8F4C85}" srcId="{97BCD6DD-C07E-884B-8E19-93E295C00074}" destId="{319DDD50-7140-D242-B621-83D44939508A}" srcOrd="2" destOrd="0" parTransId="{01C9146B-677E-714A-8F9C-1B8CB9BBF9D7}" sibTransId="{B4644D1B-F64D-FB43-93C9-0D9CB1E061AD}"/>
    <dgm:cxn modelId="{E6AB3CCD-CF87-3540-B6AE-9A2B1394BD38}" type="presOf" srcId="{F0848A00-8E10-7F42-95FC-0F18ED59ED2F}" destId="{0288D9C6-8A59-3F47-BE03-8E8461BCC502}" srcOrd="1" destOrd="0" presId="urn:microsoft.com/office/officeart/2005/8/layout/hierarchy2"/>
    <dgm:cxn modelId="{CDBFF6CE-7DDB-1B4F-8C10-D2686F4FB185}" type="presOf" srcId="{81E1B991-72C8-844F-9B37-9B35320795BD}" destId="{C2C6B3C6-0AAA-8348-8005-04E3FF78B420}" srcOrd="0" destOrd="0" presId="urn:microsoft.com/office/officeart/2005/8/layout/hierarchy2"/>
    <dgm:cxn modelId="{0DBC6CD1-6215-C14F-9762-8F5853352E5F}" type="presOf" srcId="{344FCF2B-6294-D749-B21F-A7ABFFDA71C1}" destId="{97992BCC-1D22-E74D-9189-2AD3E020920E}" srcOrd="0" destOrd="0" presId="urn:microsoft.com/office/officeart/2005/8/layout/hierarchy2"/>
    <dgm:cxn modelId="{C168E0D2-6047-154D-82E6-1629BE1B24FD}" type="presOf" srcId="{5037BDE6-787A-0543-AFCB-186FC8BE546F}" destId="{BE504887-F893-2346-B496-006D439E10BD}" srcOrd="0" destOrd="0" presId="urn:microsoft.com/office/officeart/2005/8/layout/hierarchy2"/>
    <dgm:cxn modelId="{76CDC7D3-854A-1B4A-9537-30545F0AEF9F}" type="presOf" srcId="{01C9146B-677E-714A-8F9C-1B8CB9BBF9D7}" destId="{0FA6CC12-DF4B-8846-9EC3-A29D2A43C5AF}" srcOrd="1" destOrd="0" presId="urn:microsoft.com/office/officeart/2005/8/layout/hierarchy2"/>
    <dgm:cxn modelId="{398C51D8-8164-5C4C-AE3C-E98F398DCAE2}" type="presOf" srcId="{344FCF2B-6294-D749-B21F-A7ABFFDA71C1}" destId="{4EF76E8E-C68F-7943-B10E-F1A82EE82D9E}" srcOrd="1" destOrd="0" presId="urn:microsoft.com/office/officeart/2005/8/layout/hierarchy2"/>
    <dgm:cxn modelId="{92C025DC-11BC-4841-B537-2A2BB960FC4F}" type="presOf" srcId="{6FD4D4BC-BD58-9947-B5EE-4FE5E85576AD}" destId="{92DC94E0-1964-3945-9177-81282F06C805}" srcOrd="1" destOrd="0" presId="urn:microsoft.com/office/officeart/2005/8/layout/hierarchy2"/>
    <dgm:cxn modelId="{6160A9E4-6401-CF45-A684-DC61F9B4C6CC}" type="presOf" srcId="{7514E751-615B-8549-9CBE-103E5DCADD88}" destId="{4A1F5D4F-441B-1E45-B72C-2C62EBA018E1}" srcOrd="0" destOrd="0" presId="urn:microsoft.com/office/officeart/2005/8/layout/hierarchy2"/>
    <dgm:cxn modelId="{885CF5E4-8ECD-184B-9E36-801C14F8ACC8}" srcId="{5037BDE6-787A-0543-AFCB-186FC8BE546F}" destId="{5FBE8CFD-23E5-094B-874C-C54864BF8244}" srcOrd="0" destOrd="0" parTransId="{A43D4831-641B-8344-9159-A6142C69A6ED}" sibTransId="{F43E5D75-0959-3544-9173-8E3CA1E03B83}"/>
    <dgm:cxn modelId="{CF7D8CEC-180C-6245-AE01-4A1B31D4D25D}" srcId="{935C508C-F082-9948-AA67-F1209AADE919}" destId="{3CCFC2D1-0092-8349-929D-81944BFAC979}" srcOrd="2" destOrd="0" parTransId="{64851D3F-3D0F-D540-BFA3-D4BBF2E9AEE9}" sibTransId="{EBE26305-0BEF-414E-87CB-C8569062022B}"/>
    <dgm:cxn modelId="{E33707ED-29C4-5B4E-9EFB-65BBDC22BCF1}" type="presOf" srcId="{6FD4D4BC-BD58-9947-B5EE-4FE5E85576AD}" destId="{B58D4D25-2686-EA48-9BB9-BE36ADEC5FFC}" srcOrd="0" destOrd="0" presId="urn:microsoft.com/office/officeart/2005/8/layout/hierarchy2"/>
    <dgm:cxn modelId="{A63B9AED-52B8-C94F-A568-2F395507128F}" type="presOf" srcId="{286B0013-20A0-B342-A039-CF394EE3352D}" destId="{A3614069-A6B2-3B44-B623-6D603898B5A9}" srcOrd="1" destOrd="0" presId="urn:microsoft.com/office/officeart/2005/8/layout/hierarchy2"/>
    <dgm:cxn modelId="{753F2AEF-4908-3E43-A85A-50196ABF4F41}" type="presOf" srcId="{319DDD50-7140-D242-B621-83D44939508A}" destId="{0BF61392-8A64-C04E-BFF5-32A98DA10EF5}" srcOrd="0" destOrd="0" presId="urn:microsoft.com/office/officeart/2005/8/layout/hierarchy2"/>
    <dgm:cxn modelId="{2A14EFF4-C055-FB4B-B3F5-45839B758E92}" type="presOf" srcId="{7514E751-615B-8549-9CBE-103E5DCADD88}" destId="{7073901A-E4CB-C24B-9F93-D0766DCA6923}" srcOrd="1" destOrd="0" presId="urn:microsoft.com/office/officeart/2005/8/layout/hierarchy2"/>
    <dgm:cxn modelId="{698D2EF8-B01B-E14B-B56C-1A2D819B8D2D}" srcId="{5037BDE6-787A-0543-AFCB-186FC8BE546F}" destId="{CB7433EE-CDF2-594C-A7E7-21E111212089}" srcOrd="1" destOrd="0" parTransId="{B79F20E8-83C2-7F4F-BAFD-99FDAFF17DAA}" sibTransId="{E4E492AC-FAEB-B24C-8BDE-0A7E67DD17C4}"/>
    <dgm:cxn modelId="{EF64FBFD-B2D8-7E4A-B1AA-FEFC4948DE69}" type="presOf" srcId="{337B6E6F-D00C-6A4F-831C-F4B9FBC63111}" destId="{ADA1B3FD-AF5F-2D44-8112-FFF96214EC8F}" srcOrd="1" destOrd="0" presId="urn:microsoft.com/office/officeart/2005/8/layout/hierarchy2"/>
    <dgm:cxn modelId="{9EA417FE-AAFE-A547-BAE9-3790447AF8B4}" type="presOf" srcId="{284B5213-1476-CC48-8997-E0E7B6755DB8}" destId="{D5357625-5409-A443-9E95-A64D4F71CC21}" srcOrd="0" destOrd="0" presId="urn:microsoft.com/office/officeart/2005/8/layout/hierarchy2"/>
    <dgm:cxn modelId="{7CE6829D-88A4-9441-828F-DB5BD601B2B3}" type="presParOf" srcId="{A9C74FDD-428E-9748-BF10-CEFDCBB4DD24}" destId="{4182D7F8-02A0-7E4E-874F-384CF2C05EE7}" srcOrd="0" destOrd="0" presId="urn:microsoft.com/office/officeart/2005/8/layout/hierarchy2"/>
    <dgm:cxn modelId="{91D4A482-504F-9644-8ABC-451B898EFD1F}" type="presParOf" srcId="{4182D7F8-02A0-7E4E-874F-384CF2C05EE7}" destId="{BE504887-F893-2346-B496-006D439E10BD}" srcOrd="0" destOrd="0" presId="urn:microsoft.com/office/officeart/2005/8/layout/hierarchy2"/>
    <dgm:cxn modelId="{81635F51-61FE-4E4D-81EC-A8E021089CF4}" type="presParOf" srcId="{4182D7F8-02A0-7E4E-874F-384CF2C05EE7}" destId="{EB1CD523-97FA-6C49-B0FE-B5A8007B0377}" srcOrd="1" destOrd="0" presId="urn:microsoft.com/office/officeart/2005/8/layout/hierarchy2"/>
    <dgm:cxn modelId="{F72C20C0-5572-F044-B326-D5E75B7E9E5B}" type="presParOf" srcId="{EB1CD523-97FA-6C49-B0FE-B5A8007B0377}" destId="{2933B3B8-E2CC-9445-9793-5047CDE046E8}" srcOrd="0" destOrd="0" presId="urn:microsoft.com/office/officeart/2005/8/layout/hierarchy2"/>
    <dgm:cxn modelId="{8651DD28-0D22-2C4C-A1CC-28F545063ABF}" type="presParOf" srcId="{2933B3B8-E2CC-9445-9793-5047CDE046E8}" destId="{941160C4-679F-7244-9755-6B718CF22080}" srcOrd="0" destOrd="0" presId="urn:microsoft.com/office/officeart/2005/8/layout/hierarchy2"/>
    <dgm:cxn modelId="{B7C5C6D1-89D9-3448-B252-692C575927EA}" type="presParOf" srcId="{EB1CD523-97FA-6C49-B0FE-B5A8007B0377}" destId="{12A6BEBE-6B12-2442-BF10-3B698308FC31}" srcOrd="1" destOrd="0" presId="urn:microsoft.com/office/officeart/2005/8/layout/hierarchy2"/>
    <dgm:cxn modelId="{A71BD644-429B-FC49-A701-7F9D19AC9CD7}" type="presParOf" srcId="{12A6BEBE-6B12-2442-BF10-3B698308FC31}" destId="{CE70E31F-59A4-064F-848F-73F20EFCB269}" srcOrd="0" destOrd="0" presId="urn:microsoft.com/office/officeart/2005/8/layout/hierarchy2"/>
    <dgm:cxn modelId="{E1217934-F40B-3645-8703-0A0A8EF2AB21}" type="presParOf" srcId="{12A6BEBE-6B12-2442-BF10-3B698308FC31}" destId="{D8A2B023-A54A-8043-8A9D-4E59DC2DE2AA}" srcOrd="1" destOrd="0" presId="urn:microsoft.com/office/officeart/2005/8/layout/hierarchy2"/>
    <dgm:cxn modelId="{5466E356-F081-A542-92D2-4D8971785377}" type="presParOf" srcId="{EB1CD523-97FA-6C49-B0FE-B5A8007B0377}" destId="{77694C65-C3C1-C340-84A2-EB3AB872DD24}" srcOrd="2" destOrd="0" presId="urn:microsoft.com/office/officeart/2005/8/layout/hierarchy2"/>
    <dgm:cxn modelId="{7B4F5CCE-F6BA-B24E-BBF3-D5783E85C640}" type="presParOf" srcId="{77694C65-C3C1-C340-84A2-EB3AB872DD24}" destId="{78F730AE-84F2-EA41-AD45-C6113565B6F4}" srcOrd="0" destOrd="0" presId="urn:microsoft.com/office/officeart/2005/8/layout/hierarchy2"/>
    <dgm:cxn modelId="{3F70698F-7879-644A-B209-791D6735BCBD}" type="presParOf" srcId="{EB1CD523-97FA-6C49-B0FE-B5A8007B0377}" destId="{BD37B941-3037-C74B-B3B7-3A7721776B0D}" srcOrd="3" destOrd="0" presId="urn:microsoft.com/office/officeart/2005/8/layout/hierarchy2"/>
    <dgm:cxn modelId="{90905461-40AC-8747-88FF-E3E755D6919B}" type="presParOf" srcId="{BD37B941-3037-C74B-B3B7-3A7721776B0D}" destId="{79EE92E2-C4D8-D846-8181-2023AE38B109}" srcOrd="0" destOrd="0" presId="urn:microsoft.com/office/officeart/2005/8/layout/hierarchy2"/>
    <dgm:cxn modelId="{F65B157D-BA47-7646-B59B-EAEAFC497A3B}" type="presParOf" srcId="{BD37B941-3037-C74B-B3B7-3A7721776B0D}" destId="{702F35F1-CFBA-A14F-B6BB-7DB239912839}" srcOrd="1" destOrd="0" presId="urn:microsoft.com/office/officeart/2005/8/layout/hierarchy2"/>
    <dgm:cxn modelId="{F5E25A1E-039B-DC4B-B697-0B762715E40A}" type="presParOf" srcId="{EB1CD523-97FA-6C49-B0FE-B5A8007B0377}" destId="{B58D4D25-2686-EA48-9BB9-BE36ADEC5FFC}" srcOrd="4" destOrd="0" presId="urn:microsoft.com/office/officeart/2005/8/layout/hierarchy2"/>
    <dgm:cxn modelId="{44D01CB9-F03C-0145-9A27-7E924CF41E4A}" type="presParOf" srcId="{B58D4D25-2686-EA48-9BB9-BE36ADEC5FFC}" destId="{92DC94E0-1964-3945-9177-81282F06C805}" srcOrd="0" destOrd="0" presId="urn:microsoft.com/office/officeart/2005/8/layout/hierarchy2"/>
    <dgm:cxn modelId="{EA7872FA-0B11-194E-AE18-15DE12F0DF22}" type="presParOf" srcId="{EB1CD523-97FA-6C49-B0FE-B5A8007B0377}" destId="{4EA66365-FF9C-434A-9252-BD8E233ECB7C}" srcOrd="5" destOrd="0" presId="urn:microsoft.com/office/officeart/2005/8/layout/hierarchy2"/>
    <dgm:cxn modelId="{018986D1-FBE8-C149-9EC2-0C60FB253A28}" type="presParOf" srcId="{4EA66365-FF9C-434A-9252-BD8E233ECB7C}" destId="{83068DA1-849D-C643-9B99-D27405DDC2DE}" srcOrd="0" destOrd="0" presId="urn:microsoft.com/office/officeart/2005/8/layout/hierarchy2"/>
    <dgm:cxn modelId="{AABDDCDF-0F50-D94C-B0B4-2541BE4268D8}" type="presParOf" srcId="{4EA66365-FF9C-434A-9252-BD8E233ECB7C}" destId="{25798CE6-3299-BF44-BF1C-DE419C0A51AB}" srcOrd="1" destOrd="0" presId="urn:microsoft.com/office/officeart/2005/8/layout/hierarchy2"/>
    <dgm:cxn modelId="{774F3612-161B-404B-A000-AE2DEF52E219}" type="presParOf" srcId="{25798CE6-3299-BF44-BF1C-DE419C0A51AB}" destId="{8F1D1DDB-02F0-DA47-B1F3-D0A1EF8B30CF}" srcOrd="0" destOrd="0" presId="urn:microsoft.com/office/officeart/2005/8/layout/hierarchy2"/>
    <dgm:cxn modelId="{DCE4D3BF-BF13-8D43-BBDB-8D4DBDCB06D8}" type="presParOf" srcId="{8F1D1DDB-02F0-DA47-B1F3-D0A1EF8B30CF}" destId="{0288D9C6-8A59-3F47-BE03-8E8461BCC502}" srcOrd="0" destOrd="0" presId="urn:microsoft.com/office/officeart/2005/8/layout/hierarchy2"/>
    <dgm:cxn modelId="{34B0D679-0C13-6840-BAF6-D0DB1688ED7B}" type="presParOf" srcId="{25798CE6-3299-BF44-BF1C-DE419C0A51AB}" destId="{453A0036-2E57-9746-85BB-AAB2C2A50329}" srcOrd="1" destOrd="0" presId="urn:microsoft.com/office/officeart/2005/8/layout/hierarchy2"/>
    <dgm:cxn modelId="{BEE16D8C-30ED-8344-AF68-E035178573DC}" type="presParOf" srcId="{453A0036-2E57-9746-85BB-AAB2C2A50329}" destId="{5D758923-7632-F147-B30C-5D4E4551A037}" srcOrd="0" destOrd="0" presId="urn:microsoft.com/office/officeart/2005/8/layout/hierarchy2"/>
    <dgm:cxn modelId="{3666D329-3D30-7A4B-95B1-4EBBC5DC8AEB}" type="presParOf" srcId="{453A0036-2E57-9746-85BB-AAB2C2A50329}" destId="{57279CCB-4F67-D04A-BDF1-B898734B05FE}" srcOrd="1" destOrd="0" presId="urn:microsoft.com/office/officeart/2005/8/layout/hierarchy2"/>
    <dgm:cxn modelId="{83569257-68B4-BA41-B326-1DF78FC8087E}" type="presParOf" srcId="{25798CE6-3299-BF44-BF1C-DE419C0A51AB}" destId="{94865D8D-3A09-D748-B311-A3CDAD3F44B4}" srcOrd="2" destOrd="0" presId="urn:microsoft.com/office/officeart/2005/8/layout/hierarchy2"/>
    <dgm:cxn modelId="{D5072A54-1AF2-ED44-B420-FB1AC73E0977}" type="presParOf" srcId="{94865D8D-3A09-D748-B311-A3CDAD3F44B4}" destId="{9244C8A0-03BD-654E-983A-9D5ED90FF866}" srcOrd="0" destOrd="0" presId="urn:microsoft.com/office/officeart/2005/8/layout/hierarchy2"/>
    <dgm:cxn modelId="{6A0FD7CF-6FF5-5B41-9225-7E1BB88EBD44}" type="presParOf" srcId="{25798CE6-3299-BF44-BF1C-DE419C0A51AB}" destId="{87E7862B-5C72-CC49-8287-BAF4C947C346}" srcOrd="3" destOrd="0" presId="urn:microsoft.com/office/officeart/2005/8/layout/hierarchy2"/>
    <dgm:cxn modelId="{5A55497D-3998-9044-867E-6B4A584F6C35}" type="presParOf" srcId="{87E7862B-5C72-CC49-8287-BAF4C947C346}" destId="{C76E4676-568A-774E-9EEF-BB798F2AA197}" srcOrd="0" destOrd="0" presId="urn:microsoft.com/office/officeart/2005/8/layout/hierarchy2"/>
    <dgm:cxn modelId="{F8BC5D35-0FDE-CE4E-8A9C-2236CB5C7151}" type="presParOf" srcId="{87E7862B-5C72-CC49-8287-BAF4C947C346}" destId="{6B86DCD4-40D3-3140-9569-96426448989C}" srcOrd="1" destOrd="0" presId="urn:microsoft.com/office/officeart/2005/8/layout/hierarchy2"/>
    <dgm:cxn modelId="{D7C9D34B-A858-0C47-AE18-944DB54C4210}" type="presParOf" srcId="{25798CE6-3299-BF44-BF1C-DE419C0A51AB}" destId="{80FD3341-E989-4F4F-8E24-427C4F860D37}" srcOrd="4" destOrd="0" presId="urn:microsoft.com/office/officeart/2005/8/layout/hierarchy2"/>
    <dgm:cxn modelId="{CA1CEDE6-830C-C543-B4E4-64D3E1341226}" type="presParOf" srcId="{80FD3341-E989-4F4F-8E24-427C4F860D37}" destId="{C5CEBB45-6572-FD44-B2A9-CD74ED6A5985}" srcOrd="0" destOrd="0" presId="urn:microsoft.com/office/officeart/2005/8/layout/hierarchy2"/>
    <dgm:cxn modelId="{9F58834A-81F2-5442-A2BE-945EE5C2DDC8}" type="presParOf" srcId="{25798CE6-3299-BF44-BF1C-DE419C0A51AB}" destId="{E95D2710-C076-F747-9A61-B03E57385471}" srcOrd="5" destOrd="0" presId="urn:microsoft.com/office/officeart/2005/8/layout/hierarchy2"/>
    <dgm:cxn modelId="{3AB7E293-2CAC-084B-B587-426A6FCB330C}" type="presParOf" srcId="{E95D2710-C076-F747-9A61-B03E57385471}" destId="{F0D63CD5-9A20-2649-B720-0382C74FD247}" srcOrd="0" destOrd="0" presId="urn:microsoft.com/office/officeart/2005/8/layout/hierarchy2"/>
    <dgm:cxn modelId="{50FFE3B0-A40C-9049-AF08-4BFABAC2BEC9}" type="presParOf" srcId="{E95D2710-C076-F747-9A61-B03E57385471}" destId="{87F67C45-F439-D345-A4D0-C2D905233D1B}" srcOrd="1" destOrd="0" presId="urn:microsoft.com/office/officeart/2005/8/layout/hierarchy2"/>
    <dgm:cxn modelId="{737EA3AF-33EE-0940-B420-730EE454D4A8}" type="presParOf" srcId="{25798CE6-3299-BF44-BF1C-DE419C0A51AB}" destId="{6F7AA9BF-0954-1A42-89EC-C94D28836D8B}" srcOrd="6" destOrd="0" presId="urn:microsoft.com/office/officeart/2005/8/layout/hierarchy2"/>
    <dgm:cxn modelId="{A8422D77-8F2B-4A40-B0A4-C3DE831474F7}" type="presParOf" srcId="{6F7AA9BF-0954-1A42-89EC-C94D28836D8B}" destId="{737C5FB3-705C-3543-B0D6-6B1118587528}" srcOrd="0" destOrd="0" presId="urn:microsoft.com/office/officeart/2005/8/layout/hierarchy2"/>
    <dgm:cxn modelId="{E7CB806E-7785-3D40-83C7-68CFB3E6B799}" type="presParOf" srcId="{25798CE6-3299-BF44-BF1C-DE419C0A51AB}" destId="{A446DFB7-7D76-FA4D-8270-7AB29B399A8E}" srcOrd="7" destOrd="0" presId="urn:microsoft.com/office/officeart/2005/8/layout/hierarchy2"/>
    <dgm:cxn modelId="{AA7F3B7A-6545-084F-9FC8-5E3A93666930}" type="presParOf" srcId="{A446DFB7-7D76-FA4D-8270-7AB29B399A8E}" destId="{18F2160A-43DB-A146-AE92-67E57C1660E4}" srcOrd="0" destOrd="0" presId="urn:microsoft.com/office/officeart/2005/8/layout/hierarchy2"/>
    <dgm:cxn modelId="{57018BB4-FB81-AA48-90CB-D85350FCA16A}" type="presParOf" srcId="{A446DFB7-7D76-FA4D-8270-7AB29B399A8E}" destId="{F73FF120-FA7F-6142-88AC-11D17922359D}" srcOrd="1" destOrd="0" presId="urn:microsoft.com/office/officeart/2005/8/layout/hierarchy2"/>
    <dgm:cxn modelId="{CFEAB8A3-26B1-854E-BCCC-C5A1F66B87BB}" type="presParOf" srcId="{25798CE6-3299-BF44-BF1C-DE419C0A51AB}" destId="{C2C6B3C6-0AAA-8348-8005-04E3FF78B420}" srcOrd="8" destOrd="0" presId="urn:microsoft.com/office/officeart/2005/8/layout/hierarchy2"/>
    <dgm:cxn modelId="{66B9C901-A625-5C48-B7F5-13E23C5911AE}" type="presParOf" srcId="{C2C6B3C6-0AAA-8348-8005-04E3FF78B420}" destId="{4A20370F-C248-C547-AF29-707E70AA6433}" srcOrd="0" destOrd="0" presId="urn:microsoft.com/office/officeart/2005/8/layout/hierarchy2"/>
    <dgm:cxn modelId="{2001D867-236B-484C-9435-4F0F18A7A13F}" type="presParOf" srcId="{25798CE6-3299-BF44-BF1C-DE419C0A51AB}" destId="{F5D95097-3F70-2D48-9619-AA80F7B17D15}" srcOrd="9" destOrd="0" presId="urn:microsoft.com/office/officeart/2005/8/layout/hierarchy2"/>
    <dgm:cxn modelId="{197EBC5D-5BD7-074C-81BF-A01564F8EC40}" type="presParOf" srcId="{F5D95097-3F70-2D48-9619-AA80F7B17D15}" destId="{31F0D736-547F-E34A-8D13-B871A45E9C5B}" srcOrd="0" destOrd="0" presId="urn:microsoft.com/office/officeart/2005/8/layout/hierarchy2"/>
    <dgm:cxn modelId="{5359E012-3699-2144-8389-0A6600B93726}" type="presParOf" srcId="{F5D95097-3F70-2D48-9619-AA80F7B17D15}" destId="{9E8F952F-2594-4941-9C15-D3F65C6786B0}" srcOrd="1" destOrd="0" presId="urn:microsoft.com/office/officeart/2005/8/layout/hierarchy2"/>
    <dgm:cxn modelId="{1F04E83F-80B8-8B4C-9704-065A90F05F17}" type="presParOf" srcId="{25798CE6-3299-BF44-BF1C-DE419C0A51AB}" destId="{97992BCC-1D22-E74D-9189-2AD3E020920E}" srcOrd="10" destOrd="0" presId="urn:microsoft.com/office/officeart/2005/8/layout/hierarchy2"/>
    <dgm:cxn modelId="{6529A4D2-0CFB-9341-B15E-714DFCBC473B}" type="presParOf" srcId="{97992BCC-1D22-E74D-9189-2AD3E020920E}" destId="{4EF76E8E-C68F-7943-B10E-F1A82EE82D9E}" srcOrd="0" destOrd="0" presId="urn:microsoft.com/office/officeart/2005/8/layout/hierarchy2"/>
    <dgm:cxn modelId="{8D4850E1-5757-E642-B58A-D89DB80B733C}" type="presParOf" srcId="{25798CE6-3299-BF44-BF1C-DE419C0A51AB}" destId="{DD722DB7-4781-EA4C-98B3-0184C5B40C44}" srcOrd="11" destOrd="0" presId="urn:microsoft.com/office/officeart/2005/8/layout/hierarchy2"/>
    <dgm:cxn modelId="{6679D412-6331-8A40-9D7E-162667D53890}" type="presParOf" srcId="{DD722DB7-4781-EA4C-98B3-0184C5B40C44}" destId="{A94151F1-A4D5-CA4C-AE6F-E12E3E2C6DA8}" srcOrd="0" destOrd="0" presId="urn:microsoft.com/office/officeart/2005/8/layout/hierarchy2"/>
    <dgm:cxn modelId="{A145553F-A059-434C-86E2-ED7D96AE9DDF}" type="presParOf" srcId="{DD722DB7-4781-EA4C-98B3-0184C5B40C44}" destId="{DE87C1BD-8441-FC4C-BCE9-39AFDC692373}" srcOrd="1" destOrd="0" presId="urn:microsoft.com/office/officeart/2005/8/layout/hierarchy2"/>
    <dgm:cxn modelId="{0F84E772-2E23-8448-9C04-FE61DB7F0391}" type="presParOf" srcId="{EB1CD523-97FA-6C49-B0FE-B5A8007B0377}" destId="{BEF48820-DB85-414C-B700-36B61CFDBA6B}" srcOrd="6" destOrd="0" presId="urn:microsoft.com/office/officeart/2005/8/layout/hierarchy2"/>
    <dgm:cxn modelId="{E5B4CA11-5225-C64F-BCD4-7F6E2B107F0E}" type="presParOf" srcId="{BEF48820-DB85-414C-B700-36B61CFDBA6B}" destId="{F987A34A-CA18-0F42-8684-F42F365DC38E}" srcOrd="0" destOrd="0" presId="urn:microsoft.com/office/officeart/2005/8/layout/hierarchy2"/>
    <dgm:cxn modelId="{C9310C11-1EAA-8C46-BFC4-6C422C9326AB}" type="presParOf" srcId="{EB1CD523-97FA-6C49-B0FE-B5A8007B0377}" destId="{FF4B9316-3457-DB45-8099-CA5786C8F256}" srcOrd="7" destOrd="0" presId="urn:microsoft.com/office/officeart/2005/8/layout/hierarchy2"/>
    <dgm:cxn modelId="{AE453ED4-6224-1847-982F-05E5DC4FF982}" type="presParOf" srcId="{FF4B9316-3457-DB45-8099-CA5786C8F256}" destId="{1AC2A6E3-75AA-0D4F-9C65-3FB92BCB323F}" srcOrd="0" destOrd="0" presId="urn:microsoft.com/office/officeart/2005/8/layout/hierarchy2"/>
    <dgm:cxn modelId="{C0041632-0935-4B4F-88C0-6E97D03F43D8}" type="presParOf" srcId="{FF4B9316-3457-DB45-8099-CA5786C8F256}" destId="{35B864A6-4FC4-CE4E-9877-D2F31ECEE30B}" srcOrd="1" destOrd="0" presId="urn:microsoft.com/office/officeart/2005/8/layout/hierarchy2"/>
    <dgm:cxn modelId="{A521AC8D-B469-DF4B-AC2E-F8B50E4F7C37}" type="presParOf" srcId="{35B864A6-4FC4-CE4E-9877-D2F31ECEE30B}" destId="{6DA97535-9DEC-6D4C-A7CE-4BF9185BBE92}" srcOrd="0" destOrd="0" presId="urn:microsoft.com/office/officeart/2005/8/layout/hierarchy2"/>
    <dgm:cxn modelId="{801094DF-680A-4649-B900-D121CE07C8C4}" type="presParOf" srcId="{6DA97535-9DEC-6D4C-A7CE-4BF9185BBE92}" destId="{ADA1B3FD-AF5F-2D44-8112-FFF96214EC8F}" srcOrd="0" destOrd="0" presId="urn:microsoft.com/office/officeart/2005/8/layout/hierarchy2"/>
    <dgm:cxn modelId="{8ECC90AE-2ECE-7E45-BF8B-337BB9047454}" type="presParOf" srcId="{35B864A6-4FC4-CE4E-9877-D2F31ECEE30B}" destId="{FE2F4873-4677-C64D-B643-8C7997356F77}" srcOrd="1" destOrd="0" presId="urn:microsoft.com/office/officeart/2005/8/layout/hierarchy2"/>
    <dgm:cxn modelId="{F3048DC9-62C6-DE44-991B-393DFAE52745}" type="presParOf" srcId="{FE2F4873-4677-C64D-B643-8C7997356F77}" destId="{D5357625-5409-A443-9E95-A64D4F71CC21}" srcOrd="0" destOrd="0" presId="urn:microsoft.com/office/officeart/2005/8/layout/hierarchy2"/>
    <dgm:cxn modelId="{A6BE5522-3273-D64F-BBE6-1FC644435B41}" type="presParOf" srcId="{FE2F4873-4677-C64D-B643-8C7997356F77}" destId="{4592BA5B-C2B5-4747-B747-FBA01409E673}" srcOrd="1" destOrd="0" presId="urn:microsoft.com/office/officeart/2005/8/layout/hierarchy2"/>
    <dgm:cxn modelId="{D9935BC7-6636-F940-A6EE-0774CD487769}" type="presParOf" srcId="{35B864A6-4FC4-CE4E-9877-D2F31ECEE30B}" destId="{DEB63F36-3130-534E-9761-146BA5100B54}" srcOrd="2" destOrd="0" presId="urn:microsoft.com/office/officeart/2005/8/layout/hierarchy2"/>
    <dgm:cxn modelId="{AF8CBED5-F276-6740-8DF7-EB5CF968B7E9}" type="presParOf" srcId="{DEB63F36-3130-534E-9761-146BA5100B54}" destId="{3D721087-BA9A-314E-B177-5545C521002F}" srcOrd="0" destOrd="0" presId="urn:microsoft.com/office/officeart/2005/8/layout/hierarchy2"/>
    <dgm:cxn modelId="{F22A0B27-D002-D94E-AEAC-B624C1B52897}" type="presParOf" srcId="{35B864A6-4FC4-CE4E-9877-D2F31ECEE30B}" destId="{0218FBFB-9C27-9E44-B0D3-111421EBC057}" srcOrd="3" destOrd="0" presId="urn:microsoft.com/office/officeart/2005/8/layout/hierarchy2"/>
    <dgm:cxn modelId="{93B1BE4E-7B5F-C44A-9983-278B459A520B}" type="presParOf" srcId="{0218FBFB-9C27-9E44-B0D3-111421EBC057}" destId="{C197B947-8B2C-5D4C-920D-F152EF164438}" srcOrd="0" destOrd="0" presId="urn:microsoft.com/office/officeart/2005/8/layout/hierarchy2"/>
    <dgm:cxn modelId="{F08F20B2-CE02-3044-BD4F-C7DC049E7FC1}" type="presParOf" srcId="{0218FBFB-9C27-9E44-B0D3-111421EBC057}" destId="{4A6059E7-E45B-E340-8BFC-65939CDADA9E}" srcOrd="1" destOrd="0" presId="urn:microsoft.com/office/officeart/2005/8/layout/hierarchy2"/>
    <dgm:cxn modelId="{1476B764-7AAF-B549-9A1F-8C05CB864AD4}" type="presParOf" srcId="{35B864A6-4FC4-CE4E-9877-D2F31ECEE30B}" destId="{5BD58705-B9F5-7D4A-8151-253CB4A3DEA0}" srcOrd="4" destOrd="0" presId="urn:microsoft.com/office/officeart/2005/8/layout/hierarchy2"/>
    <dgm:cxn modelId="{549311E6-AF69-7C41-8CAC-4478C044DEA4}" type="presParOf" srcId="{5BD58705-B9F5-7D4A-8151-253CB4A3DEA0}" destId="{0FA6CC12-DF4B-8846-9EC3-A29D2A43C5AF}" srcOrd="0" destOrd="0" presId="urn:microsoft.com/office/officeart/2005/8/layout/hierarchy2"/>
    <dgm:cxn modelId="{D389DF35-8060-B641-81B9-D06788B4336B}" type="presParOf" srcId="{35B864A6-4FC4-CE4E-9877-D2F31ECEE30B}" destId="{CAFD4F0E-19FD-894C-86A3-34A6286413CA}" srcOrd="5" destOrd="0" presId="urn:microsoft.com/office/officeart/2005/8/layout/hierarchy2"/>
    <dgm:cxn modelId="{D668122D-9B91-B448-89C4-8DB19E878D81}" type="presParOf" srcId="{CAFD4F0E-19FD-894C-86A3-34A6286413CA}" destId="{0BF61392-8A64-C04E-BFF5-32A98DA10EF5}" srcOrd="0" destOrd="0" presId="urn:microsoft.com/office/officeart/2005/8/layout/hierarchy2"/>
    <dgm:cxn modelId="{7A234F36-6124-1D4E-9CC7-6BFA98EAB0B5}" type="presParOf" srcId="{CAFD4F0E-19FD-894C-86A3-34A6286413CA}" destId="{CEBF40EF-BDC7-664D-AEAC-35753FAD1718}" srcOrd="1" destOrd="0" presId="urn:microsoft.com/office/officeart/2005/8/layout/hierarchy2"/>
    <dgm:cxn modelId="{3EAADA0D-2031-E641-8383-B2A24FFB6915}" type="presParOf" srcId="{35B864A6-4FC4-CE4E-9877-D2F31ECEE30B}" destId="{CD7678AB-62D3-844D-A411-A3D557D4D87F}" srcOrd="6" destOrd="0" presId="urn:microsoft.com/office/officeart/2005/8/layout/hierarchy2"/>
    <dgm:cxn modelId="{EF2B09D7-0B7E-1343-B581-FB89314BAF66}" type="presParOf" srcId="{CD7678AB-62D3-844D-A411-A3D557D4D87F}" destId="{A3614069-A6B2-3B44-B623-6D603898B5A9}" srcOrd="0" destOrd="0" presId="urn:microsoft.com/office/officeart/2005/8/layout/hierarchy2"/>
    <dgm:cxn modelId="{99E7D070-12B4-694A-A76F-9F71613B2ED3}" type="presParOf" srcId="{35B864A6-4FC4-CE4E-9877-D2F31ECEE30B}" destId="{947FFCA3-2AA9-8744-9D3D-07DE334C1A3C}" srcOrd="7" destOrd="0" presId="urn:microsoft.com/office/officeart/2005/8/layout/hierarchy2"/>
    <dgm:cxn modelId="{AF6A9071-E1D2-ED41-8E54-0F7ACB884802}" type="presParOf" srcId="{947FFCA3-2AA9-8744-9D3D-07DE334C1A3C}" destId="{BA40DC1D-C48E-B84B-812C-D1CE2F74C8B5}" srcOrd="0" destOrd="0" presId="urn:microsoft.com/office/officeart/2005/8/layout/hierarchy2"/>
    <dgm:cxn modelId="{6536C266-BD32-D043-9DD6-E9C56ED990D1}" type="presParOf" srcId="{947FFCA3-2AA9-8744-9D3D-07DE334C1A3C}" destId="{623DE946-423E-8B43-94B0-4699E0829F73}" srcOrd="1" destOrd="0" presId="urn:microsoft.com/office/officeart/2005/8/layout/hierarchy2"/>
    <dgm:cxn modelId="{CE605848-1B0D-544F-B99B-348CA871FBE4}" type="presParOf" srcId="{EB1CD523-97FA-6C49-B0FE-B5A8007B0377}" destId="{4A1F5D4F-441B-1E45-B72C-2C62EBA018E1}" srcOrd="8" destOrd="0" presId="urn:microsoft.com/office/officeart/2005/8/layout/hierarchy2"/>
    <dgm:cxn modelId="{B016BE38-7487-EF46-9F53-E18581E5C9A2}" type="presParOf" srcId="{4A1F5D4F-441B-1E45-B72C-2C62EBA018E1}" destId="{7073901A-E4CB-C24B-9F93-D0766DCA6923}" srcOrd="0" destOrd="0" presId="urn:microsoft.com/office/officeart/2005/8/layout/hierarchy2"/>
    <dgm:cxn modelId="{377FA0F0-0009-6A44-8236-FE61B173B6CD}" type="presParOf" srcId="{EB1CD523-97FA-6C49-B0FE-B5A8007B0377}" destId="{575F2AD6-EDB4-2D46-933C-19E4C1C4D90F}" srcOrd="9" destOrd="0" presId="urn:microsoft.com/office/officeart/2005/8/layout/hierarchy2"/>
    <dgm:cxn modelId="{2D1704C3-F44C-C143-8DAA-B908188E1B3C}" type="presParOf" srcId="{575F2AD6-EDB4-2D46-933C-19E4C1C4D90F}" destId="{F758A10B-4D6B-B443-8E98-36FE6148F9C8}" srcOrd="0" destOrd="0" presId="urn:microsoft.com/office/officeart/2005/8/layout/hierarchy2"/>
    <dgm:cxn modelId="{E655ABBC-6787-4144-9776-C9AD1684C48B}" type="presParOf" srcId="{575F2AD6-EDB4-2D46-933C-19E4C1C4D90F}" destId="{DC92768C-9418-9649-BEEA-A6F40F3300E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F1E3F-F0A5-7B48-9238-68A850E138D8}">
      <dsp:nvSpPr>
        <dsp:cNvPr id="0" name=""/>
        <dsp:cNvSpPr/>
      </dsp:nvSpPr>
      <dsp:spPr>
        <a:xfrm>
          <a:off x="0" y="692312"/>
          <a:ext cx="1141012" cy="123015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Read Raw Image Data</a:t>
          </a:r>
        </a:p>
      </dsp:txBody>
      <dsp:txXfrm>
        <a:off x="33419" y="725731"/>
        <a:ext cx="1074174" cy="1163315"/>
      </dsp:txXfrm>
    </dsp:sp>
    <dsp:sp modelId="{9345ABEB-B0AE-0346-BC93-87E583DC02F5}">
      <dsp:nvSpPr>
        <dsp:cNvPr id="0" name=""/>
        <dsp:cNvSpPr/>
      </dsp:nvSpPr>
      <dsp:spPr>
        <a:xfrm>
          <a:off x="1255113" y="1165903"/>
          <a:ext cx="241894" cy="2829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255113" y="1222497"/>
        <a:ext cx="169326" cy="169783"/>
      </dsp:txXfrm>
    </dsp:sp>
    <dsp:sp modelId="{62CFDF1E-9217-2346-9436-3D79D62945E2}">
      <dsp:nvSpPr>
        <dsp:cNvPr id="0" name=""/>
        <dsp:cNvSpPr/>
      </dsp:nvSpPr>
      <dsp:spPr>
        <a:xfrm>
          <a:off x="1597416" y="692312"/>
          <a:ext cx="1141012" cy="123015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Apply Flatfield + Subtract Background Image</a:t>
          </a:r>
        </a:p>
      </dsp:txBody>
      <dsp:txXfrm>
        <a:off x="1630835" y="725731"/>
        <a:ext cx="1074174" cy="1163315"/>
      </dsp:txXfrm>
    </dsp:sp>
    <dsp:sp modelId="{00A2B1DF-0886-9943-80E4-548ACDA49BD6}">
      <dsp:nvSpPr>
        <dsp:cNvPr id="0" name=""/>
        <dsp:cNvSpPr/>
      </dsp:nvSpPr>
      <dsp:spPr>
        <a:xfrm>
          <a:off x="2852530" y="1165903"/>
          <a:ext cx="241894" cy="2829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852530" y="1222497"/>
        <a:ext cx="169326" cy="169783"/>
      </dsp:txXfrm>
    </dsp:sp>
    <dsp:sp modelId="{148E017D-41B8-994D-BB36-C6369EB9F497}">
      <dsp:nvSpPr>
        <dsp:cNvPr id="0" name=""/>
        <dsp:cNvSpPr/>
      </dsp:nvSpPr>
      <dsp:spPr>
        <a:xfrm>
          <a:off x="3194833" y="692312"/>
          <a:ext cx="1141012" cy="123015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Isolate Pinholes</a:t>
          </a:r>
        </a:p>
      </dsp:txBody>
      <dsp:txXfrm>
        <a:off x="3228252" y="725731"/>
        <a:ext cx="1074174" cy="1163315"/>
      </dsp:txXfrm>
    </dsp:sp>
    <dsp:sp modelId="{3DC67B40-AFB6-2143-B86C-AA5F46A97492}">
      <dsp:nvSpPr>
        <dsp:cNvPr id="0" name=""/>
        <dsp:cNvSpPr/>
      </dsp:nvSpPr>
      <dsp:spPr>
        <a:xfrm>
          <a:off x="4449947" y="1165903"/>
          <a:ext cx="241894" cy="2829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4449947" y="1222497"/>
        <a:ext cx="169326" cy="169783"/>
      </dsp:txXfrm>
    </dsp:sp>
    <dsp:sp modelId="{D84E253F-7663-574D-9156-3A8E26E2ED9D}">
      <dsp:nvSpPr>
        <dsp:cNvPr id="0" name=""/>
        <dsp:cNvSpPr/>
      </dsp:nvSpPr>
      <dsp:spPr>
        <a:xfrm>
          <a:off x="4792250" y="692312"/>
          <a:ext cx="1141012" cy="123015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Align Pinholes</a:t>
          </a:r>
        </a:p>
      </dsp:txBody>
      <dsp:txXfrm>
        <a:off x="4825669" y="725731"/>
        <a:ext cx="1074174" cy="1163315"/>
      </dsp:txXfrm>
    </dsp:sp>
    <dsp:sp modelId="{B96DBE98-50DF-804C-A8D1-4ABC5922DB69}">
      <dsp:nvSpPr>
        <dsp:cNvPr id="0" name=""/>
        <dsp:cNvSpPr/>
      </dsp:nvSpPr>
      <dsp:spPr>
        <a:xfrm>
          <a:off x="6047364" y="1165903"/>
          <a:ext cx="241894" cy="2829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6047364" y="1222497"/>
        <a:ext cx="169326" cy="169783"/>
      </dsp:txXfrm>
    </dsp:sp>
    <dsp:sp modelId="{EF2A4ADC-8F9F-8643-9031-5BA63D3A0686}">
      <dsp:nvSpPr>
        <dsp:cNvPr id="0" name=""/>
        <dsp:cNvSpPr/>
      </dsp:nvSpPr>
      <dsp:spPr>
        <a:xfrm>
          <a:off x="6389667" y="692312"/>
          <a:ext cx="1141012" cy="123015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Subtract X-Ray Background + Floor the Image</a:t>
          </a:r>
        </a:p>
      </dsp:txBody>
      <dsp:txXfrm>
        <a:off x="6423086" y="725731"/>
        <a:ext cx="1074174" cy="1163315"/>
      </dsp:txXfrm>
    </dsp:sp>
    <dsp:sp modelId="{82A38A99-6DD4-3740-A4EF-DA23F5C60E5F}">
      <dsp:nvSpPr>
        <dsp:cNvPr id="0" name=""/>
        <dsp:cNvSpPr/>
      </dsp:nvSpPr>
      <dsp:spPr>
        <a:xfrm>
          <a:off x="7644781" y="1165903"/>
          <a:ext cx="241894" cy="2829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644781" y="1222497"/>
        <a:ext cx="169326" cy="169783"/>
      </dsp:txXfrm>
    </dsp:sp>
    <dsp:sp modelId="{EF01A334-885D-4A4B-90E9-12098EDF30CE}">
      <dsp:nvSpPr>
        <dsp:cNvPr id="0" name=""/>
        <dsp:cNvSpPr/>
      </dsp:nvSpPr>
      <dsp:spPr>
        <a:xfrm>
          <a:off x="7987084" y="692312"/>
          <a:ext cx="1141012" cy="123015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Calculate Measured X-ray Photon Ratio</a:t>
          </a:r>
        </a:p>
      </dsp:txBody>
      <dsp:txXfrm>
        <a:off x="8020503" y="725731"/>
        <a:ext cx="1074174" cy="11633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F1E3F-F0A5-7B48-9238-68A850E138D8}">
      <dsp:nvSpPr>
        <dsp:cNvPr id="0" name=""/>
        <dsp:cNvSpPr/>
      </dsp:nvSpPr>
      <dsp:spPr>
        <a:xfrm>
          <a:off x="6618" y="274202"/>
          <a:ext cx="1978065" cy="11868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Extract Filter Material Information</a:t>
          </a:r>
        </a:p>
      </dsp:txBody>
      <dsp:txXfrm>
        <a:off x="41379" y="308963"/>
        <a:ext cx="1908543" cy="1117317"/>
      </dsp:txXfrm>
    </dsp:sp>
    <dsp:sp modelId="{9345ABEB-B0AE-0346-BC93-87E583DC02F5}">
      <dsp:nvSpPr>
        <dsp:cNvPr id="0" name=""/>
        <dsp:cNvSpPr/>
      </dsp:nvSpPr>
      <dsp:spPr>
        <a:xfrm>
          <a:off x="2182490" y="622341"/>
          <a:ext cx="419349" cy="4905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182490" y="720453"/>
        <a:ext cx="293544" cy="294336"/>
      </dsp:txXfrm>
    </dsp:sp>
    <dsp:sp modelId="{62CFDF1E-9217-2346-9436-3D79D62945E2}">
      <dsp:nvSpPr>
        <dsp:cNvPr id="0" name=""/>
        <dsp:cNvSpPr/>
      </dsp:nvSpPr>
      <dsp:spPr>
        <a:xfrm>
          <a:off x="2775910" y="274202"/>
          <a:ext cx="1978065" cy="11868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Calculate Transmission Curves</a:t>
          </a:r>
        </a:p>
      </dsp:txBody>
      <dsp:txXfrm>
        <a:off x="2810671" y="308963"/>
        <a:ext cx="1908543" cy="1117317"/>
      </dsp:txXfrm>
    </dsp:sp>
    <dsp:sp modelId="{00A2B1DF-0886-9943-80E4-548ACDA49BD6}">
      <dsp:nvSpPr>
        <dsp:cNvPr id="0" name=""/>
        <dsp:cNvSpPr/>
      </dsp:nvSpPr>
      <dsp:spPr>
        <a:xfrm>
          <a:off x="4951782" y="622341"/>
          <a:ext cx="419349" cy="4905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951782" y="720453"/>
        <a:ext cx="293544" cy="294336"/>
      </dsp:txXfrm>
    </dsp:sp>
    <dsp:sp modelId="{148E017D-41B8-994D-BB36-C6369EB9F497}">
      <dsp:nvSpPr>
        <dsp:cNvPr id="0" name=""/>
        <dsp:cNvSpPr/>
      </dsp:nvSpPr>
      <dsp:spPr>
        <a:xfrm>
          <a:off x="5545202" y="274202"/>
          <a:ext cx="1978065" cy="11868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Calculate Theoretical X-Ray Photon Ratio</a:t>
          </a:r>
        </a:p>
      </dsp:txBody>
      <dsp:txXfrm>
        <a:off x="5579963" y="308963"/>
        <a:ext cx="1908543" cy="11173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04887-F893-2346-B496-006D439E10BD}">
      <dsp:nvSpPr>
        <dsp:cNvPr id="0" name=""/>
        <dsp:cNvSpPr/>
      </dsp:nvSpPr>
      <dsp:spPr>
        <a:xfrm>
          <a:off x="3565392" y="2410131"/>
          <a:ext cx="2094272" cy="10471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EstimateElectronTemperature_2D</a:t>
          </a:r>
          <a:endParaRPr lang="en-US" sz="1100" kern="1200" dirty="0"/>
        </a:p>
      </dsp:txBody>
      <dsp:txXfrm>
        <a:off x="3596062" y="2440801"/>
        <a:ext cx="2032932" cy="985796"/>
      </dsp:txXfrm>
    </dsp:sp>
    <dsp:sp modelId="{2933B3B8-E2CC-9445-9793-5047CDE046E8}">
      <dsp:nvSpPr>
        <dsp:cNvPr id="0" name=""/>
        <dsp:cNvSpPr/>
      </dsp:nvSpPr>
      <dsp:spPr>
        <a:xfrm rot="17350740">
          <a:off x="4803547" y="1713431"/>
          <a:ext cx="254994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549942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6014770" y="1665744"/>
        <a:ext cx="127497" cy="127497"/>
      </dsp:txXfrm>
    </dsp:sp>
    <dsp:sp modelId="{CE70E31F-59A4-064F-848F-73F20EFCB269}">
      <dsp:nvSpPr>
        <dsp:cNvPr id="0" name=""/>
        <dsp:cNvSpPr/>
      </dsp:nvSpPr>
      <dsp:spPr>
        <a:xfrm>
          <a:off x="6497373" y="1718"/>
          <a:ext cx="2094272" cy="10471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GrabParams_v3</a:t>
          </a:r>
        </a:p>
      </dsp:txBody>
      <dsp:txXfrm>
        <a:off x="6528043" y="32388"/>
        <a:ext cx="2032932" cy="985796"/>
      </dsp:txXfrm>
    </dsp:sp>
    <dsp:sp modelId="{77694C65-C3C1-C340-84A2-EB3AB872DD24}">
      <dsp:nvSpPr>
        <dsp:cNvPr id="0" name=""/>
        <dsp:cNvSpPr/>
      </dsp:nvSpPr>
      <dsp:spPr>
        <a:xfrm rot="18289469">
          <a:off x="5345056" y="2315534"/>
          <a:ext cx="1466925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66925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41845" y="2294923"/>
        <a:ext cx="73346" cy="73346"/>
      </dsp:txXfrm>
    </dsp:sp>
    <dsp:sp modelId="{79EE92E2-C4D8-D846-8181-2023AE38B109}">
      <dsp:nvSpPr>
        <dsp:cNvPr id="0" name=""/>
        <dsp:cNvSpPr/>
      </dsp:nvSpPr>
      <dsp:spPr>
        <a:xfrm>
          <a:off x="6497373" y="1205925"/>
          <a:ext cx="2094272" cy="10471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RealUnits2Pixels</a:t>
          </a:r>
        </a:p>
      </dsp:txBody>
      <dsp:txXfrm>
        <a:off x="6528043" y="1236595"/>
        <a:ext cx="2032932" cy="985796"/>
      </dsp:txXfrm>
    </dsp:sp>
    <dsp:sp modelId="{B58D4D25-2686-EA48-9BB9-BE36ADEC5FFC}">
      <dsp:nvSpPr>
        <dsp:cNvPr id="0" name=""/>
        <dsp:cNvSpPr/>
      </dsp:nvSpPr>
      <dsp:spPr>
        <a:xfrm>
          <a:off x="5659664" y="2917637"/>
          <a:ext cx="83770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837708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57576" y="2912757"/>
        <a:ext cx="41885" cy="41885"/>
      </dsp:txXfrm>
    </dsp:sp>
    <dsp:sp modelId="{83068DA1-849D-C643-9B99-D27405DDC2DE}">
      <dsp:nvSpPr>
        <dsp:cNvPr id="0" name=""/>
        <dsp:cNvSpPr/>
      </dsp:nvSpPr>
      <dsp:spPr>
        <a:xfrm>
          <a:off x="6497373" y="2410131"/>
          <a:ext cx="2094272" cy="10471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PinholeAnalysis_2D</a:t>
          </a:r>
        </a:p>
      </dsp:txBody>
      <dsp:txXfrm>
        <a:off x="6528043" y="2440801"/>
        <a:ext cx="2032932" cy="985796"/>
      </dsp:txXfrm>
    </dsp:sp>
    <dsp:sp modelId="{BEF48820-DB85-414C-B700-36B61CFDBA6B}">
      <dsp:nvSpPr>
        <dsp:cNvPr id="0" name=""/>
        <dsp:cNvSpPr/>
      </dsp:nvSpPr>
      <dsp:spPr>
        <a:xfrm rot="3310531">
          <a:off x="5345056" y="3519741"/>
          <a:ext cx="1466925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66925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41845" y="3499130"/>
        <a:ext cx="73346" cy="73346"/>
      </dsp:txXfrm>
    </dsp:sp>
    <dsp:sp modelId="{1AC2A6E3-75AA-0D4F-9C65-3FB92BCB323F}">
      <dsp:nvSpPr>
        <dsp:cNvPr id="0" name=""/>
        <dsp:cNvSpPr/>
      </dsp:nvSpPr>
      <dsp:spPr>
        <a:xfrm>
          <a:off x="6497373" y="3614338"/>
          <a:ext cx="2094272" cy="10471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TheoreticalAnalysis_2D</a:t>
          </a:r>
        </a:p>
      </dsp:txBody>
      <dsp:txXfrm>
        <a:off x="6528043" y="3645008"/>
        <a:ext cx="2032932" cy="985796"/>
      </dsp:txXfrm>
    </dsp:sp>
    <dsp:sp modelId="{4A1F5D4F-441B-1E45-B72C-2C62EBA018E1}">
      <dsp:nvSpPr>
        <dsp:cNvPr id="0" name=""/>
        <dsp:cNvSpPr/>
      </dsp:nvSpPr>
      <dsp:spPr>
        <a:xfrm rot="4249260">
          <a:off x="4803547" y="4121844"/>
          <a:ext cx="254994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549942" y="1606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6014770" y="4074157"/>
        <a:ext cx="127497" cy="127497"/>
      </dsp:txXfrm>
    </dsp:sp>
    <dsp:sp modelId="{F758A10B-4D6B-B443-8E98-36FE6148F9C8}">
      <dsp:nvSpPr>
        <dsp:cNvPr id="0" name=""/>
        <dsp:cNvSpPr/>
      </dsp:nvSpPr>
      <dsp:spPr>
        <a:xfrm>
          <a:off x="6497373" y="4818544"/>
          <a:ext cx="2094272" cy="10471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FindTemp</a:t>
          </a:r>
          <a:endParaRPr lang="en-US" sz="1100" kern="1200" dirty="0"/>
        </a:p>
      </dsp:txBody>
      <dsp:txXfrm>
        <a:off x="6528043" y="4849214"/>
        <a:ext cx="2032932" cy="9857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04887-F893-2346-B496-006D439E10BD}">
      <dsp:nvSpPr>
        <dsp:cNvPr id="0" name=""/>
        <dsp:cNvSpPr/>
      </dsp:nvSpPr>
      <dsp:spPr>
        <a:xfrm>
          <a:off x="3592483" y="3086366"/>
          <a:ext cx="1262713" cy="631356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0" i="0" kern="1200" dirty="0"/>
            <a:t>PinholeAnalysis_2D</a:t>
          </a:r>
          <a:endParaRPr lang="en-US" sz="800" kern="1200" dirty="0"/>
        </a:p>
      </dsp:txBody>
      <dsp:txXfrm>
        <a:off x="3610975" y="3104858"/>
        <a:ext cx="1225729" cy="594372"/>
      </dsp:txXfrm>
    </dsp:sp>
    <dsp:sp modelId="{B58D4D25-2686-EA48-9BB9-BE36ADEC5FFC}">
      <dsp:nvSpPr>
        <dsp:cNvPr id="0" name=""/>
        <dsp:cNvSpPr/>
      </dsp:nvSpPr>
      <dsp:spPr>
        <a:xfrm rot="17051759">
          <a:off x="4077959" y="2393769"/>
          <a:ext cx="2059559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059559" y="9942"/>
              </a:lnTo>
            </a:path>
          </a:pathLst>
        </a:cu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056250" y="2352223"/>
        <a:ext cx="102977" cy="102977"/>
      </dsp:txXfrm>
    </dsp:sp>
    <dsp:sp modelId="{83068DA1-849D-C643-9B99-D27405DDC2DE}">
      <dsp:nvSpPr>
        <dsp:cNvPr id="0" name=""/>
        <dsp:cNvSpPr/>
      </dsp:nvSpPr>
      <dsp:spPr>
        <a:xfrm>
          <a:off x="5360282" y="1089700"/>
          <a:ext cx="1262713" cy="631356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/>
            <a:t>MakeProcessedData</a:t>
          </a:r>
          <a:endParaRPr lang="en-US" sz="800" kern="1200" dirty="0"/>
        </a:p>
      </dsp:txBody>
      <dsp:txXfrm>
        <a:off x="5378774" y="1108192"/>
        <a:ext cx="1225729" cy="594372"/>
      </dsp:txXfrm>
    </dsp:sp>
    <dsp:sp modelId="{ACAABD3A-CFF9-FC4C-ACDB-0206E143075C}">
      <dsp:nvSpPr>
        <dsp:cNvPr id="0" name=""/>
        <dsp:cNvSpPr/>
      </dsp:nvSpPr>
      <dsp:spPr>
        <a:xfrm rot="17692822">
          <a:off x="6275282" y="850891"/>
          <a:ext cx="120051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200512" y="9942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45525" y="830821"/>
        <a:ext cx="60025" cy="60025"/>
      </dsp:txXfrm>
    </dsp:sp>
    <dsp:sp modelId="{D9E90B17-BF00-6E4F-8221-CF7B2AD8338B}">
      <dsp:nvSpPr>
        <dsp:cNvPr id="0" name=""/>
        <dsp:cNvSpPr/>
      </dsp:nvSpPr>
      <dsp:spPr>
        <a:xfrm>
          <a:off x="7128081" y="610"/>
          <a:ext cx="1262713" cy="631356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GrabParams_v3</a:t>
          </a:r>
        </a:p>
      </dsp:txBody>
      <dsp:txXfrm>
        <a:off x="7146573" y="19102"/>
        <a:ext cx="1225729" cy="594372"/>
      </dsp:txXfrm>
    </dsp:sp>
    <dsp:sp modelId="{F97D3DA1-F2EF-D248-A0D6-CFF21EF91FFF}">
      <dsp:nvSpPr>
        <dsp:cNvPr id="0" name=""/>
        <dsp:cNvSpPr/>
      </dsp:nvSpPr>
      <dsp:spPr>
        <a:xfrm rot="19457599">
          <a:off x="6564531" y="1213921"/>
          <a:ext cx="622014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622014" y="9942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59988" y="1208313"/>
        <a:ext cx="31100" cy="31100"/>
      </dsp:txXfrm>
    </dsp:sp>
    <dsp:sp modelId="{EC3BAEA2-C902-CB4A-92A1-00D41CD1690A}">
      <dsp:nvSpPr>
        <dsp:cNvPr id="0" name=""/>
        <dsp:cNvSpPr/>
      </dsp:nvSpPr>
      <dsp:spPr>
        <a:xfrm>
          <a:off x="7128081" y="726670"/>
          <a:ext cx="1262713" cy="631356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/>
            <a:t>GrabCalParams</a:t>
          </a:r>
          <a:endParaRPr lang="en-US" sz="800" kern="1200" dirty="0"/>
        </a:p>
      </dsp:txBody>
      <dsp:txXfrm>
        <a:off x="7146573" y="745162"/>
        <a:ext cx="1225729" cy="594372"/>
      </dsp:txXfrm>
    </dsp:sp>
    <dsp:sp modelId="{5769FF81-C41B-3243-882C-6A2B9300C631}">
      <dsp:nvSpPr>
        <dsp:cNvPr id="0" name=""/>
        <dsp:cNvSpPr/>
      </dsp:nvSpPr>
      <dsp:spPr>
        <a:xfrm rot="2142401">
          <a:off x="6564531" y="1576951"/>
          <a:ext cx="622014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622014" y="9942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59988" y="1571344"/>
        <a:ext cx="31100" cy="31100"/>
      </dsp:txXfrm>
    </dsp:sp>
    <dsp:sp modelId="{49336D6F-EC7D-494E-9589-93C66BE33698}">
      <dsp:nvSpPr>
        <dsp:cNvPr id="0" name=""/>
        <dsp:cNvSpPr/>
      </dsp:nvSpPr>
      <dsp:spPr>
        <a:xfrm>
          <a:off x="7128081" y="1452731"/>
          <a:ext cx="1262713" cy="631356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ReadHDF5Data</a:t>
          </a:r>
        </a:p>
      </dsp:txBody>
      <dsp:txXfrm>
        <a:off x="7146573" y="1471223"/>
        <a:ext cx="1225729" cy="594372"/>
      </dsp:txXfrm>
    </dsp:sp>
    <dsp:sp modelId="{5F2A38C4-3C27-9047-9205-1F9046AA0F80}">
      <dsp:nvSpPr>
        <dsp:cNvPr id="0" name=""/>
        <dsp:cNvSpPr/>
      </dsp:nvSpPr>
      <dsp:spPr>
        <a:xfrm rot="3907178">
          <a:off x="6275282" y="1939981"/>
          <a:ext cx="1200512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200512" y="9942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45525" y="1919911"/>
        <a:ext cx="60025" cy="60025"/>
      </dsp:txXfrm>
    </dsp:sp>
    <dsp:sp modelId="{9C62E64F-2BA7-B043-B7C0-C45766C7E65C}">
      <dsp:nvSpPr>
        <dsp:cNvPr id="0" name=""/>
        <dsp:cNvSpPr/>
      </dsp:nvSpPr>
      <dsp:spPr>
        <a:xfrm>
          <a:off x="7128081" y="2178791"/>
          <a:ext cx="1262713" cy="631356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Mirror</a:t>
          </a:r>
        </a:p>
      </dsp:txBody>
      <dsp:txXfrm>
        <a:off x="7146573" y="2197283"/>
        <a:ext cx="1225729" cy="594372"/>
      </dsp:txXfrm>
    </dsp:sp>
    <dsp:sp modelId="{4A1F5D4F-441B-1E45-B72C-2C62EBA018E1}">
      <dsp:nvSpPr>
        <dsp:cNvPr id="0" name=""/>
        <dsp:cNvSpPr/>
      </dsp:nvSpPr>
      <dsp:spPr>
        <a:xfrm rot="17500715">
          <a:off x="4424082" y="2756799"/>
          <a:ext cx="1367314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367314" y="9942"/>
              </a:lnTo>
            </a:path>
          </a:pathLst>
        </a:cu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3556" y="2732559"/>
        <a:ext cx="68365" cy="68365"/>
      </dsp:txXfrm>
    </dsp:sp>
    <dsp:sp modelId="{F758A10B-4D6B-B443-8E98-36FE6148F9C8}">
      <dsp:nvSpPr>
        <dsp:cNvPr id="0" name=""/>
        <dsp:cNvSpPr/>
      </dsp:nvSpPr>
      <dsp:spPr>
        <a:xfrm>
          <a:off x="5360282" y="1815761"/>
          <a:ext cx="1262713" cy="631356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SelectPinhole_2D</a:t>
          </a:r>
        </a:p>
      </dsp:txBody>
      <dsp:txXfrm>
        <a:off x="5378774" y="1834253"/>
        <a:ext cx="1225729" cy="594372"/>
      </dsp:txXfrm>
    </dsp:sp>
    <dsp:sp modelId="{8EB8E3E9-116B-1F47-819A-7BCCD21881EF}">
      <dsp:nvSpPr>
        <dsp:cNvPr id="0" name=""/>
        <dsp:cNvSpPr/>
      </dsp:nvSpPr>
      <dsp:spPr>
        <a:xfrm rot="18770822">
          <a:off x="4736376" y="3119829"/>
          <a:ext cx="742725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742725" y="9942"/>
              </a:lnTo>
            </a:path>
          </a:pathLst>
        </a:cu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9171" y="3111204"/>
        <a:ext cx="37136" cy="37136"/>
      </dsp:txXfrm>
    </dsp:sp>
    <dsp:sp modelId="{16CE2EE8-619A-204F-8A7A-FBAEF79E5395}">
      <dsp:nvSpPr>
        <dsp:cNvPr id="0" name=""/>
        <dsp:cNvSpPr/>
      </dsp:nvSpPr>
      <dsp:spPr>
        <a:xfrm>
          <a:off x="5360282" y="2541821"/>
          <a:ext cx="1262713" cy="631356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/>
            <a:t>SwitchPinholes</a:t>
          </a:r>
          <a:endParaRPr lang="en-US" sz="800" kern="1200" dirty="0"/>
        </a:p>
      </dsp:txBody>
      <dsp:txXfrm>
        <a:off x="5378774" y="2560313"/>
        <a:ext cx="1225729" cy="594372"/>
      </dsp:txXfrm>
    </dsp:sp>
    <dsp:sp modelId="{CA6A02FE-D380-2C42-8104-8DF93AF0254C}">
      <dsp:nvSpPr>
        <dsp:cNvPr id="0" name=""/>
        <dsp:cNvSpPr/>
      </dsp:nvSpPr>
      <dsp:spPr>
        <a:xfrm rot="1186030">
          <a:off x="4839383" y="3482860"/>
          <a:ext cx="536711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536711" y="9942"/>
              </a:lnTo>
            </a:path>
          </a:pathLst>
        </a:cu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94321" y="3479385"/>
        <a:ext cx="26835" cy="26835"/>
      </dsp:txXfrm>
    </dsp:sp>
    <dsp:sp modelId="{750905F2-8ACE-0C44-A17F-C9EFA5958801}">
      <dsp:nvSpPr>
        <dsp:cNvPr id="0" name=""/>
        <dsp:cNvSpPr/>
      </dsp:nvSpPr>
      <dsp:spPr>
        <a:xfrm>
          <a:off x="5360282" y="3267881"/>
          <a:ext cx="1262713" cy="631356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AlignPinholes_2D</a:t>
          </a:r>
        </a:p>
      </dsp:txBody>
      <dsp:txXfrm>
        <a:off x="5378774" y="3286373"/>
        <a:ext cx="1225729" cy="594372"/>
      </dsp:txXfrm>
    </dsp:sp>
    <dsp:sp modelId="{EA120CC5-3639-F043-8E97-F79DB597C5D7}">
      <dsp:nvSpPr>
        <dsp:cNvPr id="0" name=""/>
        <dsp:cNvSpPr/>
      </dsp:nvSpPr>
      <dsp:spPr>
        <a:xfrm>
          <a:off x="6622995" y="3573617"/>
          <a:ext cx="505085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505085" y="9942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62911" y="3570933"/>
        <a:ext cx="25254" cy="25254"/>
      </dsp:txXfrm>
    </dsp:sp>
    <dsp:sp modelId="{5040C119-52C7-464B-8AF9-CFEF2AFCC6F5}">
      <dsp:nvSpPr>
        <dsp:cNvPr id="0" name=""/>
        <dsp:cNvSpPr/>
      </dsp:nvSpPr>
      <dsp:spPr>
        <a:xfrm>
          <a:off x="7128081" y="3267881"/>
          <a:ext cx="1262713" cy="631356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/>
            <a:t>IterativePinholeAlignment</a:t>
          </a:r>
          <a:endParaRPr lang="en-US" sz="800" kern="1200" dirty="0"/>
        </a:p>
      </dsp:txBody>
      <dsp:txXfrm>
        <a:off x="7146573" y="3286373"/>
        <a:ext cx="1225729" cy="594372"/>
      </dsp:txXfrm>
    </dsp:sp>
    <dsp:sp modelId="{A7DAA29B-9C19-4E46-86B2-13B331D5FA63}">
      <dsp:nvSpPr>
        <dsp:cNvPr id="0" name=""/>
        <dsp:cNvSpPr/>
      </dsp:nvSpPr>
      <dsp:spPr>
        <a:xfrm rot="4099285">
          <a:off x="4424082" y="4027405"/>
          <a:ext cx="1367314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367314" y="9942"/>
              </a:lnTo>
            </a:path>
          </a:pathLst>
        </a:cu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3556" y="4003165"/>
        <a:ext cx="68365" cy="68365"/>
      </dsp:txXfrm>
    </dsp:sp>
    <dsp:sp modelId="{E7867F66-4C81-E844-8123-1742BBBEF796}">
      <dsp:nvSpPr>
        <dsp:cNvPr id="0" name=""/>
        <dsp:cNvSpPr/>
      </dsp:nvSpPr>
      <dsp:spPr>
        <a:xfrm>
          <a:off x="5360282" y="4356972"/>
          <a:ext cx="1262713" cy="631356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 err="1"/>
            <a:t>ProcessPinholes</a:t>
          </a:r>
          <a:endParaRPr lang="en-US" sz="800" kern="1200" dirty="0"/>
        </a:p>
      </dsp:txBody>
      <dsp:txXfrm>
        <a:off x="5378774" y="4375464"/>
        <a:ext cx="1225729" cy="594372"/>
      </dsp:txXfrm>
    </dsp:sp>
    <dsp:sp modelId="{9376E915-93E6-894E-9489-C2291C66CD11}">
      <dsp:nvSpPr>
        <dsp:cNvPr id="0" name=""/>
        <dsp:cNvSpPr/>
      </dsp:nvSpPr>
      <dsp:spPr>
        <a:xfrm rot="19457599">
          <a:off x="6564531" y="4481193"/>
          <a:ext cx="622014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622014" y="9942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59988" y="4475585"/>
        <a:ext cx="31100" cy="31100"/>
      </dsp:txXfrm>
    </dsp:sp>
    <dsp:sp modelId="{6A13B588-6488-6641-BD47-10D04D1AC5E2}">
      <dsp:nvSpPr>
        <dsp:cNvPr id="0" name=""/>
        <dsp:cNvSpPr/>
      </dsp:nvSpPr>
      <dsp:spPr>
        <a:xfrm>
          <a:off x="7128081" y="3993942"/>
          <a:ext cx="1262713" cy="631356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background_2D</a:t>
          </a:r>
        </a:p>
      </dsp:txBody>
      <dsp:txXfrm>
        <a:off x="7146573" y="4012434"/>
        <a:ext cx="1225729" cy="594372"/>
      </dsp:txXfrm>
    </dsp:sp>
    <dsp:sp modelId="{8238785B-49DF-4448-9AE7-114F22CD07C8}">
      <dsp:nvSpPr>
        <dsp:cNvPr id="0" name=""/>
        <dsp:cNvSpPr/>
      </dsp:nvSpPr>
      <dsp:spPr>
        <a:xfrm rot="2142401">
          <a:off x="6564531" y="4844223"/>
          <a:ext cx="622014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622014" y="9942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59988" y="4838615"/>
        <a:ext cx="31100" cy="31100"/>
      </dsp:txXfrm>
    </dsp:sp>
    <dsp:sp modelId="{8D0A992E-C9CE-2343-9072-B56AA904F19D}">
      <dsp:nvSpPr>
        <dsp:cNvPr id="0" name=""/>
        <dsp:cNvSpPr/>
      </dsp:nvSpPr>
      <dsp:spPr>
        <a:xfrm>
          <a:off x="7128081" y="4720002"/>
          <a:ext cx="1262713" cy="631356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floorPinhole_2D</a:t>
          </a:r>
        </a:p>
      </dsp:txBody>
      <dsp:txXfrm>
        <a:off x="7146573" y="4738494"/>
        <a:ext cx="1225729" cy="594372"/>
      </dsp:txXfrm>
    </dsp:sp>
    <dsp:sp modelId="{1584C3CB-20DF-F743-B722-D17F98A96F10}">
      <dsp:nvSpPr>
        <dsp:cNvPr id="0" name=""/>
        <dsp:cNvSpPr/>
      </dsp:nvSpPr>
      <dsp:spPr>
        <a:xfrm rot="4548241">
          <a:off x="4077959" y="4390435"/>
          <a:ext cx="2059559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2059559" y="9942"/>
              </a:lnTo>
            </a:path>
          </a:pathLst>
        </a:cu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5056250" y="4348889"/>
        <a:ext cx="102977" cy="102977"/>
      </dsp:txXfrm>
    </dsp:sp>
    <dsp:sp modelId="{500A904D-E973-7D4C-8B90-C2C50DA705B5}">
      <dsp:nvSpPr>
        <dsp:cNvPr id="0" name=""/>
        <dsp:cNvSpPr/>
      </dsp:nvSpPr>
      <dsp:spPr>
        <a:xfrm>
          <a:off x="5360282" y="5083032"/>
          <a:ext cx="1262713" cy="631356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BinningAlgorithm_v2</a:t>
          </a:r>
        </a:p>
      </dsp:txBody>
      <dsp:txXfrm>
        <a:off x="5378774" y="5101524"/>
        <a:ext cx="1225729" cy="5943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95224-1584-524A-9B04-C7EDE79D99C4}">
      <dsp:nvSpPr>
        <dsp:cNvPr id="0" name=""/>
        <dsp:cNvSpPr/>
      </dsp:nvSpPr>
      <dsp:spPr>
        <a:xfrm>
          <a:off x="376" y="2069176"/>
          <a:ext cx="3153295" cy="1576647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AlignPinholes_2D</a:t>
          </a:r>
        </a:p>
      </dsp:txBody>
      <dsp:txXfrm>
        <a:off x="46554" y="2115354"/>
        <a:ext cx="3060939" cy="1484291"/>
      </dsp:txXfrm>
    </dsp:sp>
    <dsp:sp modelId="{EA120CC5-3639-F043-8E97-F79DB597C5D7}">
      <dsp:nvSpPr>
        <dsp:cNvPr id="0" name=""/>
        <dsp:cNvSpPr/>
      </dsp:nvSpPr>
      <dsp:spPr>
        <a:xfrm>
          <a:off x="3153672" y="2832670"/>
          <a:ext cx="1261318" cy="49658"/>
        </a:xfrm>
        <a:custGeom>
          <a:avLst/>
          <a:gdLst/>
          <a:ahLst/>
          <a:cxnLst/>
          <a:rect l="0" t="0" r="0" b="0"/>
          <a:pathLst>
            <a:path>
              <a:moveTo>
                <a:pt x="0" y="24829"/>
              </a:moveTo>
              <a:lnTo>
                <a:pt x="1261318" y="24829"/>
              </a:lnTo>
            </a:path>
          </a:pathLst>
        </a:cu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52798" y="2825967"/>
        <a:ext cx="63065" cy="63065"/>
      </dsp:txXfrm>
    </dsp:sp>
    <dsp:sp modelId="{5040C119-52C7-464B-8AF9-CFEF2AFCC6F5}">
      <dsp:nvSpPr>
        <dsp:cNvPr id="0" name=""/>
        <dsp:cNvSpPr/>
      </dsp:nvSpPr>
      <dsp:spPr>
        <a:xfrm>
          <a:off x="4414991" y="2069176"/>
          <a:ext cx="3153295" cy="1576647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IterativePinholeAlignment</a:t>
          </a:r>
          <a:endParaRPr lang="en-US" sz="2000" kern="1200" dirty="0"/>
        </a:p>
      </dsp:txBody>
      <dsp:txXfrm>
        <a:off x="4461169" y="2115354"/>
        <a:ext cx="3060939" cy="1484291"/>
      </dsp:txXfrm>
    </dsp:sp>
    <dsp:sp modelId="{7DBE2AEB-EC17-394F-B2DD-49D5BA8AC99A}">
      <dsp:nvSpPr>
        <dsp:cNvPr id="0" name=""/>
        <dsp:cNvSpPr/>
      </dsp:nvSpPr>
      <dsp:spPr>
        <a:xfrm rot="19457599">
          <a:off x="7422286" y="2379384"/>
          <a:ext cx="1553318" cy="49658"/>
        </a:xfrm>
        <a:custGeom>
          <a:avLst/>
          <a:gdLst/>
          <a:ahLst/>
          <a:cxnLst/>
          <a:rect l="0" t="0" r="0" b="0"/>
          <a:pathLst>
            <a:path>
              <a:moveTo>
                <a:pt x="0" y="24829"/>
              </a:moveTo>
              <a:lnTo>
                <a:pt x="1553318" y="24829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60113" y="2365380"/>
        <a:ext cx="77665" cy="77665"/>
      </dsp:txXfrm>
    </dsp:sp>
    <dsp:sp modelId="{EFCF8B2F-8144-EF48-9180-DCD7510E7224}">
      <dsp:nvSpPr>
        <dsp:cNvPr id="0" name=""/>
        <dsp:cNvSpPr/>
      </dsp:nvSpPr>
      <dsp:spPr>
        <a:xfrm>
          <a:off x="8829605" y="1162603"/>
          <a:ext cx="3153295" cy="1576647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horizontallyAlignPinholes_2D</a:t>
          </a:r>
          <a:endParaRPr lang="en-US" sz="2000" kern="1200" dirty="0"/>
        </a:p>
      </dsp:txBody>
      <dsp:txXfrm>
        <a:off x="8875783" y="1208781"/>
        <a:ext cx="3060939" cy="1484291"/>
      </dsp:txXfrm>
    </dsp:sp>
    <dsp:sp modelId="{25F83EE4-DDB9-064D-93AB-AA34CCC93FDA}">
      <dsp:nvSpPr>
        <dsp:cNvPr id="0" name=""/>
        <dsp:cNvSpPr/>
      </dsp:nvSpPr>
      <dsp:spPr>
        <a:xfrm rot="2142401">
          <a:off x="7422286" y="3285957"/>
          <a:ext cx="1553318" cy="49658"/>
        </a:xfrm>
        <a:custGeom>
          <a:avLst/>
          <a:gdLst/>
          <a:ahLst/>
          <a:cxnLst/>
          <a:rect l="0" t="0" r="0" b="0"/>
          <a:pathLst>
            <a:path>
              <a:moveTo>
                <a:pt x="0" y="24829"/>
              </a:moveTo>
              <a:lnTo>
                <a:pt x="1553318" y="24829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60113" y="3271953"/>
        <a:ext cx="77665" cy="77665"/>
      </dsp:txXfrm>
    </dsp:sp>
    <dsp:sp modelId="{FB212A3E-BF88-A348-BE29-369313601F03}">
      <dsp:nvSpPr>
        <dsp:cNvPr id="0" name=""/>
        <dsp:cNvSpPr/>
      </dsp:nvSpPr>
      <dsp:spPr>
        <a:xfrm>
          <a:off x="8829605" y="2975748"/>
          <a:ext cx="3153295" cy="1576647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verticallyAlignPinholes_2D</a:t>
          </a:r>
          <a:endParaRPr lang="en-US" sz="2000" kern="1200" dirty="0"/>
        </a:p>
      </dsp:txBody>
      <dsp:txXfrm>
        <a:off x="8875783" y="3021926"/>
        <a:ext cx="3060939" cy="14842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95224-1584-524A-9B04-C7EDE79D99C4}">
      <dsp:nvSpPr>
        <dsp:cNvPr id="0" name=""/>
        <dsp:cNvSpPr/>
      </dsp:nvSpPr>
      <dsp:spPr>
        <a:xfrm>
          <a:off x="1113797" y="2215678"/>
          <a:ext cx="2567285" cy="1283642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TheoreticalAnalysis_2D</a:t>
          </a:r>
        </a:p>
      </dsp:txBody>
      <dsp:txXfrm>
        <a:off x="1151394" y="2253275"/>
        <a:ext cx="2492091" cy="1208448"/>
      </dsp:txXfrm>
    </dsp:sp>
    <dsp:sp modelId="{2B9E1C5A-43AC-464B-994B-0179F64F8C47}">
      <dsp:nvSpPr>
        <dsp:cNvPr id="0" name=""/>
        <dsp:cNvSpPr/>
      </dsp:nvSpPr>
      <dsp:spPr>
        <a:xfrm rot="17692822">
          <a:off x="2974129" y="1730143"/>
          <a:ext cx="244082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440820" y="20214"/>
              </a:lnTo>
            </a:path>
          </a:pathLst>
        </a:cu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133518" y="1689337"/>
        <a:ext cx="122041" cy="122041"/>
      </dsp:txXfrm>
    </dsp:sp>
    <dsp:sp modelId="{51237BD2-E219-5F4E-8982-5C0F723F977C}">
      <dsp:nvSpPr>
        <dsp:cNvPr id="0" name=""/>
        <dsp:cNvSpPr/>
      </dsp:nvSpPr>
      <dsp:spPr>
        <a:xfrm>
          <a:off x="4707996" y="1395"/>
          <a:ext cx="2567285" cy="1283642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 err="1"/>
            <a:t>extractFilterFileName</a:t>
          </a:r>
          <a:endParaRPr lang="en-US" sz="1600" kern="1200" dirty="0"/>
        </a:p>
      </dsp:txBody>
      <dsp:txXfrm>
        <a:off x="4745593" y="38992"/>
        <a:ext cx="2492091" cy="1208448"/>
      </dsp:txXfrm>
    </dsp:sp>
    <dsp:sp modelId="{708A8A21-0E12-814F-B6C9-21055C05C323}">
      <dsp:nvSpPr>
        <dsp:cNvPr id="0" name=""/>
        <dsp:cNvSpPr/>
      </dsp:nvSpPr>
      <dsp:spPr>
        <a:xfrm rot="19457599">
          <a:off x="3562215" y="2468237"/>
          <a:ext cx="126464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264648" y="20214"/>
              </a:lnTo>
            </a:path>
          </a:pathLst>
        </a:cu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62923" y="2456836"/>
        <a:ext cx="63232" cy="63232"/>
      </dsp:txXfrm>
    </dsp:sp>
    <dsp:sp modelId="{C5B8C119-39E8-6A47-BB94-A39E61B34E2E}">
      <dsp:nvSpPr>
        <dsp:cNvPr id="0" name=""/>
        <dsp:cNvSpPr/>
      </dsp:nvSpPr>
      <dsp:spPr>
        <a:xfrm>
          <a:off x="4707996" y="1477584"/>
          <a:ext cx="2567285" cy="1283642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 err="1"/>
            <a:t>extractFilterThickness</a:t>
          </a:r>
          <a:endParaRPr lang="en-US" sz="1600" kern="1200" dirty="0"/>
        </a:p>
      </dsp:txBody>
      <dsp:txXfrm>
        <a:off x="4745593" y="1515181"/>
        <a:ext cx="2492091" cy="1208448"/>
      </dsp:txXfrm>
    </dsp:sp>
    <dsp:sp modelId="{BA942983-4DD7-1C4C-878B-576C7186644C}">
      <dsp:nvSpPr>
        <dsp:cNvPr id="0" name=""/>
        <dsp:cNvSpPr/>
      </dsp:nvSpPr>
      <dsp:spPr>
        <a:xfrm rot="2142401">
          <a:off x="3562215" y="3206332"/>
          <a:ext cx="126464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264648" y="20214"/>
              </a:lnTo>
            </a:path>
          </a:pathLst>
        </a:cu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62923" y="3194931"/>
        <a:ext cx="63232" cy="63232"/>
      </dsp:txXfrm>
    </dsp:sp>
    <dsp:sp modelId="{19402FFE-9ACD-DE4D-A95C-78E6CBDC2E05}">
      <dsp:nvSpPr>
        <dsp:cNvPr id="0" name=""/>
        <dsp:cNvSpPr/>
      </dsp:nvSpPr>
      <dsp:spPr>
        <a:xfrm>
          <a:off x="4707996" y="2953773"/>
          <a:ext cx="2567285" cy="1283642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 err="1"/>
            <a:t>calculateTransmissionCurves</a:t>
          </a:r>
          <a:endParaRPr lang="en-US" sz="1600" kern="1200" dirty="0"/>
        </a:p>
      </dsp:txBody>
      <dsp:txXfrm>
        <a:off x="4745593" y="2991370"/>
        <a:ext cx="2492091" cy="1208448"/>
      </dsp:txXfrm>
    </dsp:sp>
    <dsp:sp modelId="{979CAFF6-238C-9B4D-BA27-A68CD9CC60D4}">
      <dsp:nvSpPr>
        <dsp:cNvPr id="0" name=""/>
        <dsp:cNvSpPr/>
      </dsp:nvSpPr>
      <dsp:spPr>
        <a:xfrm>
          <a:off x="7275281" y="3575379"/>
          <a:ext cx="102691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026914" y="20214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763065" y="3569921"/>
        <a:ext cx="51345" cy="51345"/>
      </dsp:txXfrm>
    </dsp:sp>
    <dsp:sp modelId="{980C0656-3DAA-C341-95CE-7DF1CCD5E5EB}">
      <dsp:nvSpPr>
        <dsp:cNvPr id="0" name=""/>
        <dsp:cNvSpPr/>
      </dsp:nvSpPr>
      <dsp:spPr>
        <a:xfrm>
          <a:off x="8302195" y="2953773"/>
          <a:ext cx="2567285" cy="1283642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/>
            <a:t>GetFilterTransmission_v2</a:t>
          </a:r>
          <a:endParaRPr lang="en-US" sz="1600" kern="1200" dirty="0"/>
        </a:p>
      </dsp:txBody>
      <dsp:txXfrm>
        <a:off x="8339792" y="2991370"/>
        <a:ext cx="2492091" cy="1208448"/>
      </dsp:txXfrm>
    </dsp:sp>
    <dsp:sp modelId="{D51EFD1D-FE62-D94F-ABA2-737A7FD4077C}">
      <dsp:nvSpPr>
        <dsp:cNvPr id="0" name=""/>
        <dsp:cNvSpPr/>
      </dsp:nvSpPr>
      <dsp:spPr>
        <a:xfrm rot="3907178">
          <a:off x="2974129" y="3944426"/>
          <a:ext cx="244082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440820" y="20214"/>
              </a:lnTo>
            </a:path>
          </a:pathLst>
        </a:custGeom>
        <a:noFill/>
        <a:ln w="1270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4133518" y="3903621"/>
        <a:ext cx="122041" cy="122041"/>
      </dsp:txXfrm>
    </dsp:sp>
    <dsp:sp modelId="{8EB63B58-FC1D-4946-8629-230AA943C250}">
      <dsp:nvSpPr>
        <dsp:cNvPr id="0" name=""/>
        <dsp:cNvSpPr/>
      </dsp:nvSpPr>
      <dsp:spPr>
        <a:xfrm>
          <a:off x="4707996" y="4429962"/>
          <a:ext cx="2567285" cy="1283642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 err="1"/>
            <a:t>calculateTheoreticalRatio</a:t>
          </a:r>
          <a:endParaRPr lang="en-US" sz="1600" b="0" i="0" kern="1200" dirty="0"/>
        </a:p>
      </dsp:txBody>
      <dsp:txXfrm>
        <a:off x="4745593" y="4467559"/>
        <a:ext cx="2492091" cy="1208448"/>
      </dsp:txXfrm>
    </dsp:sp>
    <dsp:sp modelId="{043C22A1-415B-0644-9640-228D61FBA5D1}">
      <dsp:nvSpPr>
        <dsp:cNvPr id="0" name=""/>
        <dsp:cNvSpPr/>
      </dsp:nvSpPr>
      <dsp:spPr>
        <a:xfrm>
          <a:off x="7275281" y="5051568"/>
          <a:ext cx="102691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026914" y="20214"/>
              </a:lnTo>
            </a:path>
          </a:pathLst>
        </a:custGeom>
        <a:noFill/>
        <a:ln w="12700" cap="flat" cmpd="sng" algn="ctr">
          <a:solidFill>
            <a:srgbClr val="7030A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763065" y="5046110"/>
        <a:ext cx="51345" cy="51345"/>
      </dsp:txXfrm>
    </dsp:sp>
    <dsp:sp modelId="{F730A2F4-A04C-3942-A252-1D03913EA53D}">
      <dsp:nvSpPr>
        <dsp:cNvPr id="0" name=""/>
        <dsp:cNvSpPr/>
      </dsp:nvSpPr>
      <dsp:spPr>
        <a:xfrm>
          <a:off x="8302195" y="4429962"/>
          <a:ext cx="2567285" cy="1283642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 err="1"/>
            <a:t>DetectorResponse</a:t>
          </a:r>
          <a:endParaRPr lang="en-US" sz="1600" b="0" i="0" kern="1200" dirty="0"/>
        </a:p>
      </dsp:txBody>
      <dsp:txXfrm>
        <a:off x="8339792" y="4467559"/>
        <a:ext cx="2492091" cy="12084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04887-F893-2346-B496-006D439E10BD}">
      <dsp:nvSpPr>
        <dsp:cNvPr id="0" name=""/>
        <dsp:cNvSpPr/>
      </dsp:nvSpPr>
      <dsp:spPr>
        <a:xfrm>
          <a:off x="4116177" y="2675497"/>
          <a:ext cx="1032811" cy="51640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kern="1200" dirty="0"/>
            <a:t>EstimateElectronTemperature_2D</a:t>
          </a:r>
          <a:endParaRPr lang="en-US" sz="500" kern="1200" dirty="0"/>
        </a:p>
      </dsp:txBody>
      <dsp:txXfrm>
        <a:off x="4131302" y="2690622"/>
        <a:ext cx="1002561" cy="486155"/>
      </dsp:txXfrm>
    </dsp:sp>
    <dsp:sp modelId="{2933B3B8-E2CC-9445-9793-5047CDE046E8}">
      <dsp:nvSpPr>
        <dsp:cNvPr id="0" name=""/>
        <dsp:cNvSpPr/>
      </dsp:nvSpPr>
      <dsp:spPr>
        <a:xfrm rot="16791948">
          <a:off x="4149989" y="1738045"/>
          <a:ext cx="241112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2411122" y="792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5295272" y="1685688"/>
        <a:ext cx="120556" cy="120556"/>
      </dsp:txXfrm>
    </dsp:sp>
    <dsp:sp modelId="{CE70E31F-59A4-064F-848F-73F20EFCB269}">
      <dsp:nvSpPr>
        <dsp:cNvPr id="0" name=""/>
        <dsp:cNvSpPr/>
      </dsp:nvSpPr>
      <dsp:spPr>
        <a:xfrm>
          <a:off x="5562113" y="300030"/>
          <a:ext cx="1032811" cy="51640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GrabParams_v3</a:t>
          </a:r>
        </a:p>
      </dsp:txBody>
      <dsp:txXfrm>
        <a:off x="5577238" y="315155"/>
        <a:ext cx="1002561" cy="486155"/>
      </dsp:txXfrm>
    </dsp:sp>
    <dsp:sp modelId="{77694C65-C3C1-C340-84A2-EB3AB872DD24}">
      <dsp:nvSpPr>
        <dsp:cNvPr id="0" name=""/>
        <dsp:cNvSpPr/>
      </dsp:nvSpPr>
      <dsp:spPr>
        <a:xfrm rot="16983315">
          <a:off x="4441115" y="2034979"/>
          <a:ext cx="1828870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828870" y="792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5309829" y="1997178"/>
        <a:ext cx="91443" cy="91443"/>
      </dsp:txXfrm>
    </dsp:sp>
    <dsp:sp modelId="{79EE92E2-C4D8-D846-8181-2023AE38B109}">
      <dsp:nvSpPr>
        <dsp:cNvPr id="0" name=""/>
        <dsp:cNvSpPr/>
      </dsp:nvSpPr>
      <dsp:spPr>
        <a:xfrm>
          <a:off x="5562113" y="893897"/>
          <a:ext cx="1032811" cy="51640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RealUnits2Pixels</a:t>
          </a:r>
        </a:p>
      </dsp:txBody>
      <dsp:txXfrm>
        <a:off x="5577238" y="909022"/>
        <a:ext cx="1002561" cy="486155"/>
      </dsp:txXfrm>
    </dsp:sp>
    <dsp:sp modelId="{B58D4D25-2686-EA48-9BB9-BE36ADEC5FFC}">
      <dsp:nvSpPr>
        <dsp:cNvPr id="0" name=""/>
        <dsp:cNvSpPr/>
      </dsp:nvSpPr>
      <dsp:spPr>
        <a:xfrm rot="17350740">
          <a:off x="4726786" y="2331912"/>
          <a:ext cx="1257530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257530" y="792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5324112" y="2308395"/>
        <a:ext cx="62876" cy="62876"/>
      </dsp:txXfrm>
    </dsp:sp>
    <dsp:sp modelId="{83068DA1-849D-C643-9B99-D27405DDC2DE}">
      <dsp:nvSpPr>
        <dsp:cNvPr id="0" name=""/>
        <dsp:cNvSpPr/>
      </dsp:nvSpPr>
      <dsp:spPr>
        <a:xfrm>
          <a:off x="5562113" y="1487764"/>
          <a:ext cx="1032811" cy="51640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PinholeAnalysis_2D</a:t>
          </a:r>
        </a:p>
      </dsp:txBody>
      <dsp:txXfrm>
        <a:off x="5577238" y="1502889"/>
        <a:ext cx="1002561" cy="486155"/>
      </dsp:txXfrm>
    </dsp:sp>
    <dsp:sp modelId="{8F1D1DDB-02F0-DA47-B1F3-D0A1EF8B30CF}">
      <dsp:nvSpPr>
        <dsp:cNvPr id="0" name=""/>
        <dsp:cNvSpPr/>
      </dsp:nvSpPr>
      <dsp:spPr>
        <a:xfrm rot="17132988">
          <a:off x="6030950" y="995712"/>
          <a:ext cx="154107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541073" y="792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762960" y="965106"/>
        <a:ext cx="77053" cy="77053"/>
      </dsp:txXfrm>
    </dsp:sp>
    <dsp:sp modelId="{5D758923-7632-F147-B30C-5D4E4551A037}">
      <dsp:nvSpPr>
        <dsp:cNvPr id="0" name=""/>
        <dsp:cNvSpPr/>
      </dsp:nvSpPr>
      <dsp:spPr>
        <a:xfrm>
          <a:off x="7008049" y="3097"/>
          <a:ext cx="1032811" cy="516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MakeProcessedData</a:t>
          </a:r>
          <a:endParaRPr lang="en-US" sz="500" kern="1200" dirty="0"/>
        </a:p>
      </dsp:txBody>
      <dsp:txXfrm>
        <a:off x="7023174" y="18222"/>
        <a:ext cx="1002561" cy="486155"/>
      </dsp:txXfrm>
    </dsp:sp>
    <dsp:sp modelId="{94865D8D-3A09-D748-B311-A3CDAD3F44B4}">
      <dsp:nvSpPr>
        <dsp:cNvPr id="0" name=""/>
        <dsp:cNvSpPr/>
      </dsp:nvSpPr>
      <dsp:spPr>
        <a:xfrm rot="17692822">
          <a:off x="6310519" y="1292645"/>
          <a:ext cx="98193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981934" y="792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776938" y="1276018"/>
        <a:ext cx="49096" cy="49096"/>
      </dsp:txXfrm>
    </dsp:sp>
    <dsp:sp modelId="{C76E4676-568A-774E-9EEF-BB798F2AA197}">
      <dsp:nvSpPr>
        <dsp:cNvPr id="0" name=""/>
        <dsp:cNvSpPr/>
      </dsp:nvSpPr>
      <dsp:spPr>
        <a:xfrm>
          <a:off x="7008049" y="596964"/>
          <a:ext cx="1032811" cy="516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SelectPinhole_2D</a:t>
          </a:r>
        </a:p>
      </dsp:txBody>
      <dsp:txXfrm>
        <a:off x="7023174" y="612089"/>
        <a:ext cx="1002561" cy="486155"/>
      </dsp:txXfrm>
    </dsp:sp>
    <dsp:sp modelId="{80FD3341-E989-4F4F-8E24-427C4F860D37}">
      <dsp:nvSpPr>
        <dsp:cNvPr id="0" name=""/>
        <dsp:cNvSpPr/>
      </dsp:nvSpPr>
      <dsp:spPr>
        <a:xfrm rot="19457599">
          <a:off x="6547104" y="1589579"/>
          <a:ext cx="50876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08764" y="792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788767" y="1584781"/>
        <a:ext cx="25438" cy="25438"/>
      </dsp:txXfrm>
    </dsp:sp>
    <dsp:sp modelId="{F0D63CD5-9A20-2649-B720-0382C74FD247}">
      <dsp:nvSpPr>
        <dsp:cNvPr id="0" name=""/>
        <dsp:cNvSpPr/>
      </dsp:nvSpPr>
      <dsp:spPr>
        <a:xfrm>
          <a:off x="7008049" y="1190830"/>
          <a:ext cx="1032811" cy="516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SwitchPinholes</a:t>
          </a:r>
          <a:endParaRPr lang="en-US" sz="500" kern="1200" dirty="0"/>
        </a:p>
      </dsp:txBody>
      <dsp:txXfrm>
        <a:off x="7023174" y="1205955"/>
        <a:ext cx="1002561" cy="486155"/>
      </dsp:txXfrm>
    </dsp:sp>
    <dsp:sp modelId="{6F7AA9BF-0954-1A42-89EC-C94D28836D8B}">
      <dsp:nvSpPr>
        <dsp:cNvPr id="0" name=""/>
        <dsp:cNvSpPr/>
      </dsp:nvSpPr>
      <dsp:spPr>
        <a:xfrm rot="2142401">
          <a:off x="6547104" y="1886512"/>
          <a:ext cx="50876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08764" y="792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788767" y="1881714"/>
        <a:ext cx="25438" cy="25438"/>
      </dsp:txXfrm>
    </dsp:sp>
    <dsp:sp modelId="{18F2160A-43DB-A146-AE92-67E57C1660E4}">
      <dsp:nvSpPr>
        <dsp:cNvPr id="0" name=""/>
        <dsp:cNvSpPr/>
      </dsp:nvSpPr>
      <dsp:spPr>
        <a:xfrm>
          <a:off x="7008049" y="1784697"/>
          <a:ext cx="1032811" cy="516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AlignPinholes_2D</a:t>
          </a:r>
        </a:p>
      </dsp:txBody>
      <dsp:txXfrm>
        <a:off x="7023174" y="1799822"/>
        <a:ext cx="1002561" cy="486155"/>
      </dsp:txXfrm>
    </dsp:sp>
    <dsp:sp modelId="{C2C6B3C6-0AAA-8348-8005-04E3FF78B420}">
      <dsp:nvSpPr>
        <dsp:cNvPr id="0" name=""/>
        <dsp:cNvSpPr/>
      </dsp:nvSpPr>
      <dsp:spPr>
        <a:xfrm rot="3907178">
          <a:off x="6310519" y="2183445"/>
          <a:ext cx="98193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981934" y="792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776938" y="2166818"/>
        <a:ext cx="49096" cy="49096"/>
      </dsp:txXfrm>
    </dsp:sp>
    <dsp:sp modelId="{31F0D736-547F-E34A-8D13-B871A45E9C5B}">
      <dsp:nvSpPr>
        <dsp:cNvPr id="0" name=""/>
        <dsp:cNvSpPr/>
      </dsp:nvSpPr>
      <dsp:spPr>
        <a:xfrm>
          <a:off x="7008049" y="2378563"/>
          <a:ext cx="1032811" cy="516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ProcessPinholes</a:t>
          </a:r>
          <a:endParaRPr lang="en-US" sz="500" kern="1200" dirty="0"/>
        </a:p>
      </dsp:txBody>
      <dsp:txXfrm>
        <a:off x="7023174" y="2393688"/>
        <a:ext cx="1002561" cy="486155"/>
      </dsp:txXfrm>
    </dsp:sp>
    <dsp:sp modelId="{97992BCC-1D22-E74D-9189-2AD3E020920E}">
      <dsp:nvSpPr>
        <dsp:cNvPr id="0" name=""/>
        <dsp:cNvSpPr/>
      </dsp:nvSpPr>
      <dsp:spPr>
        <a:xfrm rot="4467012">
          <a:off x="6030950" y="2480378"/>
          <a:ext cx="1541073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541073" y="792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762960" y="2449773"/>
        <a:ext cx="77053" cy="77053"/>
      </dsp:txXfrm>
    </dsp:sp>
    <dsp:sp modelId="{A94151F1-A4D5-CA4C-AE6F-E12E3E2C6DA8}">
      <dsp:nvSpPr>
        <dsp:cNvPr id="0" name=""/>
        <dsp:cNvSpPr/>
      </dsp:nvSpPr>
      <dsp:spPr>
        <a:xfrm>
          <a:off x="7008049" y="2972430"/>
          <a:ext cx="1032811" cy="516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BinningAlgorithm_v2</a:t>
          </a:r>
        </a:p>
      </dsp:txBody>
      <dsp:txXfrm>
        <a:off x="7023174" y="2987555"/>
        <a:ext cx="1002561" cy="486155"/>
      </dsp:txXfrm>
    </dsp:sp>
    <dsp:sp modelId="{BEF48820-DB85-414C-B700-36B61CFDBA6B}">
      <dsp:nvSpPr>
        <dsp:cNvPr id="0" name=""/>
        <dsp:cNvSpPr/>
      </dsp:nvSpPr>
      <dsp:spPr>
        <a:xfrm rot="4616685">
          <a:off x="4441115" y="3816578"/>
          <a:ext cx="1828870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1828870" y="792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5309829" y="3778778"/>
        <a:ext cx="91443" cy="91443"/>
      </dsp:txXfrm>
    </dsp:sp>
    <dsp:sp modelId="{1AC2A6E3-75AA-0D4F-9C65-3FB92BCB323F}">
      <dsp:nvSpPr>
        <dsp:cNvPr id="0" name=""/>
        <dsp:cNvSpPr/>
      </dsp:nvSpPr>
      <dsp:spPr>
        <a:xfrm>
          <a:off x="5562113" y="4457096"/>
          <a:ext cx="1032811" cy="51640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TheoreticalAnalysis_2D</a:t>
          </a:r>
        </a:p>
      </dsp:txBody>
      <dsp:txXfrm>
        <a:off x="5577238" y="4472221"/>
        <a:ext cx="1002561" cy="486155"/>
      </dsp:txXfrm>
    </dsp:sp>
    <dsp:sp modelId="{6DA97535-9DEC-6D4C-A7CE-4BF9185BBE92}">
      <dsp:nvSpPr>
        <dsp:cNvPr id="0" name=""/>
        <dsp:cNvSpPr/>
      </dsp:nvSpPr>
      <dsp:spPr>
        <a:xfrm rot="17692822">
          <a:off x="6310519" y="4261978"/>
          <a:ext cx="98193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981934" y="792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776938" y="4245351"/>
        <a:ext cx="49096" cy="49096"/>
      </dsp:txXfrm>
    </dsp:sp>
    <dsp:sp modelId="{D5357625-5409-A443-9E95-A64D4F71CC21}">
      <dsp:nvSpPr>
        <dsp:cNvPr id="0" name=""/>
        <dsp:cNvSpPr/>
      </dsp:nvSpPr>
      <dsp:spPr>
        <a:xfrm>
          <a:off x="7008049" y="3566296"/>
          <a:ext cx="1032811" cy="516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kern="1200" dirty="0" err="1"/>
            <a:t>extractFilterFileName</a:t>
          </a:r>
          <a:endParaRPr lang="en-US" sz="500" kern="1200" dirty="0"/>
        </a:p>
      </dsp:txBody>
      <dsp:txXfrm>
        <a:off x="7023174" y="3581421"/>
        <a:ext cx="1002561" cy="486155"/>
      </dsp:txXfrm>
    </dsp:sp>
    <dsp:sp modelId="{DEB63F36-3130-534E-9761-146BA5100B54}">
      <dsp:nvSpPr>
        <dsp:cNvPr id="0" name=""/>
        <dsp:cNvSpPr/>
      </dsp:nvSpPr>
      <dsp:spPr>
        <a:xfrm rot="19457599">
          <a:off x="6547104" y="4558911"/>
          <a:ext cx="50876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08764" y="792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788767" y="4554113"/>
        <a:ext cx="25438" cy="25438"/>
      </dsp:txXfrm>
    </dsp:sp>
    <dsp:sp modelId="{C197B947-8B2C-5D4C-920D-F152EF164438}">
      <dsp:nvSpPr>
        <dsp:cNvPr id="0" name=""/>
        <dsp:cNvSpPr/>
      </dsp:nvSpPr>
      <dsp:spPr>
        <a:xfrm>
          <a:off x="7008049" y="4160163"/>
          <a:ext cx="1032811" cy="516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kern="1200" dirty="0" err="1"/>
            <a:t>extractFilterThickness</a:t>
          </a:r>
          <a:endParaRPr lang="en-US" sz="500" kern="1200" dirty="0"/>
        </a:p>
      </dsp:txBody>
      <dsp:txXfrm>
        <a:off x="7023174" y="4175288"/>
        <a:ext cx="1002561" cy="486155"/>
      </dsp:txXfrm>
    </dsp:sp>
    <dsp:sp modelId="{5BD58705-B9F5-7D4A-8151-253CB4A3DEA0}">
      <dsp:nvSpPr>
        <dsp:cNvPr id="0" name=""/>
        <dsp:cNvSpPr/>
      </dsp:nvSpPr>
      <dsp:spPr>
        <a:xfrm rot="2142401">
          <a:off x="6547104" y="4855845"/>
          <a:ext cx="50876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508764" y="792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788767" y="4851047"/>
        <a:ext cx="25438" cy="25438"/>
      </dsp:txXfrm>
    </dsp:sp>
    <dsp:sp modelId="{0BF61392-8A64-C04E-BFF5-32A98DA10EF5}">
      <dsp:nvSpPr>
        <dsp:cNvPr id="0" name=""/>
        <dsp:cNvSpPr/>
      </dsp:nvSpPr>
      <dsp:spPr>
        <a:xfrm>
          <a:off x="7008049" y="4754030"/>
          <a:ext cx="1032811" cy="516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kern="1200" dirty="0" err="1"/>
            <a:t>calculateTransmissionCurves</a:t>
          </a:r>
          <a:endParaRPr lang="en-US" sz="500" kern="1200" dirty="0"/>
        </a:p>
      </dsp:txBody>
      <dsp:txXfrm>
        <a:off x="7023174" y="4769155"/>
        <a:ext cx="1002561" cy="486155"/>
      </dsp:txXfrm>
    </dsp:sp>
    <dsp:sp modelId="{CD7678AB-62D3-844D-A411-A3D557D4D87F}">
      <dsp:nvSpPr>
        <dsp:cNvPr id="0" name=""/>
        <dsp:cNvSpPr/>
      </dsp:nvSpPr>
      <dsp:spPr>
        <a:xfrm rot="3907178">
          <a:off x="6310519" y="5152778"/>
          <a:ext cx="981934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981934" y="7921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6776938" y="5136151"/>
        <a:ext cx="49096" cy="49096"/>
      </dsp:txXfrm>
    </dsp:sp>
    <dsp:sp modelId="{BA40DC1D-C48E-B84B-812C-D1CE2F74C8B5}">
      <dsp:nvSpPr>
        <dsp:cNvPr id="0" name=""/>
        <dsp:cNvSpPr/>
      </dsp:nvSpPr>
      <dsp:spPr>
        <a:xfrm>
          <a:off x="7008049" y="5347896"/>
          <a:ext cx="1032811" cy="516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0" i="0" kern="1200"/>
            <a:t>calculateTheoreticalRatio</a:t>
          </a:r>
          <a:endParaRPr lang="en-US" sz="500" kern="1200" dirty="0"/>
        </a:p>
      </dsp:txBody>
      <dsp:txXfrm>
        <a:off x="7023174" y="5363021"/>
        <a:ext cx="1002561" cy="486155"/>
      </dsp:txXfrm>
    </dsp:sp>
    <dsp:sp modelId="{4A1F5D4F-441B-1E45-B72C-2C62EBA018E1}">
      <dsp:nvSpPr>
        <dsp:cNvPr id="0" name=""/>
        <dsp:cNvSpPr/>
      </dsp:nvSpPr>
      <dsp:spPr>
        <a:xfrm rot="4808052">
          <a:off x="4149989" y="4113511"/>
          <a:ext cx="2411122" cy="15842"/>
        </a:xfrm>
        <a:custGeom>
          <a:avLst/>
          <a:gdLst/>
          <a:ahLst/>
          <a:cxnLst/>
          <a:rect l="0" t="0" r="0" b="0"/>
          <a:pathLst>
            <a:path>
              <a:moveTo>
                <a:pt x="0" y="7921"/>
              </a:moveTo>
              <a:lnTo>
                <a:pt x="2411122" y="7921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5295272" y="4061155"/>
        <a:ext cx="120556" cy="120556"/>
      </dsp:txXfrm>
    </dsp:sp>
    <dsp:sp modelId="{F758A10B-4D6B-B443-8E98-36FE6148F9C8}">
      <dsp:nvSpPr>
        <dsp:cNvPr id="0" name=""/>
        <dsp:cNvSpPr/>
      </dsp:nvSpPr>
      <dsp:spPr>
        <a:xfrm>
          <a:off x="5562113" y="5050963"/>
          <a:ext cx="1032811" cy="516405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" tIns="3175" rIns="3175" bIns="317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 err="1"/>
            <a:t>FindTemp</a:t>
          </a:r>
          <a:endParaRPr lang="en-US" sz="500" kern="1200" dirty="0"/>
        </a:p>
      </dsp:txBody>
      <dsp:txXfrm>
        <a:off x="5577238" y="5066088"/>
        <a:ext cx="1002561" cy="4861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C48D-75AE-34F6-6179-BE2FB06A5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62D61-67F4-67F2-8A59-765B73949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B550A-2211-5B99-38CE-3F797E9F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9BDA0-0208-A472-1D76-BF8B22C77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820EB-AC9D-972C-66AE-08862F77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5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5AE51-D2FF-36AE-E9CF-0F76EEF3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E39D9-5BDA-AE8C-4483-2C4C18526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16DE8-A0D8-FEC7-8070-2E36F792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8E646-C423-64E3-4E14-C18695FE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1A1B4-F4CB-FCCF-D675-030E2B85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16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CE91-F7E7-C98F-D57D-9592A4AD1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07E3D-FE78-1F90-9681-437CADB98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DB8C7-2172-3C2A-B63A-2F3DDB25A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610A8-5302-5B67-90CD-03275AFE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26F52-BA86-E31F-464F-CC703BBDA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7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4A1D2-6212-C1D4-CA76-41DE95D23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BC72C-A207-2E77-C64C-B51EC303ED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F60E3-471A-6D01-8CA9-4C6B5E1B20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88CC1-BAB5-405E-AA7D-A62C5ABDC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BDDA8-FDF6-B2AB-F242-056C3DAAA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65435-9DE1-274B-45BD-8DB88D436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44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B353-FA9A-C6D8-8CEC-9B5F331CF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948AC-413F-568C-49FD-73061F74C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ED94A-4345-06AC-7947-3E0CB2E25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210430-A97A-F05E-3501-A2D54F147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D17BDB-3DEF-C52F-0AD8-F541ABEC4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DE68AB-760B-C291-3A6F-8FD6476A5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C80C29-2A4A-5AFE-9449-A051A955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267E8-A141-0A73-D20C-A475D474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8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74424-6A32-4A47-1DDB-2FB5BFE5E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0FF225-8C1B-2B2D-3548-68B541209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DD8B9-11CA-8B8D-0633-099D501EA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E72DC-E59F-7CE7-B562-F267FEFE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5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318757-BF23-8090-DFC8-1AD4ECE00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923C78-84E1-483E-82F6-86A6A8C8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FB8E8-CF01-7623-ED0F-EFAD5853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4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2BE86-1276-AAD9-E621-E64E531E1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A9EEC-75BD-9E4B-AE23-42BD313BA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DED09-06BD-72CA-9A64-F11E154B3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38004-55FD-5B43-C17A-A7D16C1B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CEAC0-2E95-15D1-7421-34C263B13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E65F5F-2228-9CEE-53FC-261D8B6B8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3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4DCA4-69DB-EA81-D061-D01665970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6C8A0E-03D7-8EAA-EC79-A25F9EEEF0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765A3-4451-1757-9486-74D83315A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F7C9E-29C3-40DC-815D-852BDE327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4B3DF-5E43-1BB7-D98F-D9BB223E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F4EDB-3FDA-78EA-78C6-7A7D03C3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12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05A9-6789-66C7-DC8F-DF452A36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6F051-6DD4-6B14-1DCA-6063A2E96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98C46-CF40-6819-BFBA-4F8DD3772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D6097-AF4E-4720-2C3D-5D754B56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4D7C4-9C26-0E85-917C-2B013146A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01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130307-F539-997C-E799-FE3EE5B9CF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45C3F-AC69-A618-3D40-15731AB04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B229F-3FDD-1684-7C19-A2B4D46D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3F907-4C42-1AF2-7F9A-981FE145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2A6BE-F932-6B5C-C946-EB40F627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24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9EBB30-7648-E8C8-7F0F-A6B2DBC0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12D6E-FA81-97C8-FA0F-21152E0FA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30602-60D6-4454-9F34-6FA51A71B4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48D9F-7DBF-5E47-8701-397755C685EE}" type="datetimeFigureOut">
              <a:rPr lang="en-US" smtClean="0"/>
              <a:t>8/29/22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ED753-1797-FABD-96EF-52E46516E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0AA81-9431-EF15-869C-6243B357A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F9FBC-01B2-4742-96F8-A9E59A515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9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E12AF-26F0-2CE9-7CA8-E67BB83638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" pitchFamily="2" charset="0"/>
              </a:rPr>
              <a:t>NIF Recon</a:t>
            </a:r>
            <a:br>
              <a:rPr lang="en-US" dirty="0">
                <a:latin typeface="Times" pitchFamily="2" charset="0"/>
              </a:rPr>
            </a:br>
            <a:r>
              <a:rPr lang="en-US" sz="4400" dirty="0">
                <a:latin typeface="Times" pitchFamily="2" charset="0"/>
              </a:rPr>
              <a:t>Pinhole Analysis Pipeline</a:t>
            </a:r>
            <a:endParaRPr lang="en-US" dirty="0">
              <a:latin typeface="Times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5E12D-BC3B-C7A3-5867-A2E32D0493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717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19BFA-1A89-F864-FF37-1C74C55EC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66" y="261216"/>
            <a:ext cx="10515600" cy="1325563"/>
          </a:xfrm>
        </p:spPr>
        <p:txBody>
          <a:bodyPr/>
          <a:lstStyle/>
          <a:p>
            <a:r>
              <a:rPr lang="en-US" dirty="0"/>
              <a:t>High Level Flow Chart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58FD230-CFD0-441E-2B18-8D7A81C0F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155357"/>
              </p:ext>
            </p:extLst>
          </p:nvPr>
        </p:nvGraphicFramePr>
        <p:xfrm>
          <a:off x="237366" y="1693084"/>
          <a:ext cx="9128097" cy="261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5B25CC56-98AC-9852-A3FF-9A4D6A6AD9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1425467"/>
              </p:ext>
            </p:extLst>
          </p:nvPr>
        </p:nvGraphicFramePr>
        <p:xfrm>
          <a:off x="237367" y="4414168"/>
          <a:ext cx="7529886" cy="1735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203E16-F469-E520-DE50-76A00402E31C}"/>
              </a:ext>
            </a:extLst>
          </p:cNvPr>
          <p:cNvCxnSpPr>
            <a:cxnSpLocks/>
          </p:cNvCxnSpPr>
          <p:nvPr/>
        </p:nvCxnSpPr>
        <p:spPr>
          <a:xfrm flipV="1">
            <a:off x="7701064" y="3761509"/>
            <a:ext cx="2613645" cy="154169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434D51-DDA6-ED3F-14D1-87549DDC3EDE}"/>
              </a:ext>
            </a:extLst>
          </p:cNvPr>
          <p:cNvCxnSpPr>
            <a:cxnSpLocks/>
          </p:cNvCxnSpPr>
          <p:nvPr/>
        </p:nvCxnSpPr>
        <p:spPr>
          <a:xfrm>
            <a:off x="9254837" y="2997130"/>
            <a:ext cx="1059872" cy="442261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9BA11A2-DDC9-DF1F-258C-1554435E6E6E}"/>
              </a:ext>
            </a:extLst>
          </p:cNvPr>
          <p:cNvSpPr/>
          <p:nvPr/>
        </p:nvSpPr>
        <p:spPr>
          <a:xfrm>
            <a:off x="10418618" y="2795156"/>
            <a:ext cx="1697182" cy="140295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70AA3D-3915-D9AD-D81F-48E2FCA40924}"/>
              </a:ext>
            </a:extLst>
          </p:cNvPr>
          <p:cNvSpPr txBox="1"/>
          <p:nvPr/>
        </p:nvSpPr>
        <p:spPr>
          <a:xfrm>
            <a:off x="10511324" y="3104219"/>
            <a:ext cx="15117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/>
              <a:t>Electron Temperature Measurement </a:t>
            </a:r>
          </a:p>
        </p:txBody>
      </p:sp>
    </p:spTree>
    <p:extLst>
      <p:ext uri="{BB962C8B-B14F-4D97-AF65-F5344CB8AC3E}">
        <p14:creationId xmlns:p14="http://schemas.microsoft.com/office/powerpoint/2010/main" val="423711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5DCD601-B4D0-2BA6-3148-A7CDABB68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2104663"/>
              </p:ext>
            </p:extLst>
          </p:nvPr>
        </p:nvGraphicFramePr>
        <p:xfrm>
          <a:off x="0" y="908305"/>
          <a:ext cx="12157038" cy="586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86071BD-4DD6-3097-1C6B-7264EA3E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2" y="-114716"/>
            <a:ext cx="11817096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Main Calculation: </a:t>
            </a:r>
            <a:r>
              <a:rPr lang="en-US" sz="4000" dirty="0"/>
              <a:t>EstimateElectronTemperature_2D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9319E-A917-9D75-0131-71F6A3F281A1}"/>
              </a:ext>
            </a:extLst>
          </p:cNvPr>
          <p:cNvSpPr txBox="1"/>
          <p:nvPr/>
        </p:nvSpPr>
        <p:spPr>
          <a:xfrm>
            <a:off x="246888" y="1264921"/>
            <a:ext cx="31821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of Shot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of Calibration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of Filter Directory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of Interest – i.e., left, center, right portion of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21CE8B-6002-E108-217C-E817A5A0CDA5}"/>
              </a:ext>
            </a:extLst>
          </p:cNvPr>
          <p:cNvSpPr txBox="1"/>
          <p:nvPr/>
        </p:nvSpPr>
        <p:spPr>
          <a:xfrm>
            <a:off x="3429000" y="1264921"/>
            <a:ext cx="45171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itchFamily="2" charset="0"/>
              </a:rPr>
              <a:t>Pinhole to Isolate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itchFamily="2" charset="0"/>
              </a:rPr>
              <a:t>Pixels to Smooth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itchFamily="2" charset="0"/>
              </a:rPr>
              <a:t>Bin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itchFamily="2" charset="0"/>
              </a:rPr>
              <a:t>How To Bin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" pitchFamily="2" charset="0"/>
              </a:rPr>
              <a:t>Floor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DCAD4-33AF-A54C-9910-E0D82C94664F}"/>
              </a:ext>
            </a:extLst>
          </p:cNvPr>
          <p:cNvSpPr txBox="1"/>
          <p:nvPr/>
        </p:nvSpPr>
        <p:spPr>
          <a:xfrm>
            <a:off x="246888" y="4555034"/>
            <a:ext cx="3182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temperature profile for the entire image</a:t>
            </a:r>
          </a:p>
        </p:txBody>
      </p:sp>
    </p:spTree>
    <p:extLst>
      <p:ext uri="{BB962C8B-B14F-4D97-AF65-F5344CB8AC3E}">
        <p14:creationId xmlns:p14="http://schemas.microsoft.com/office/powerpoint/2010/main" val="1299229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54C2-832D-A37C-A845-8BF86EDE0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365125"/>
            <a:ext cx="1202740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Function Glossary - EstimateElectronTemperature_2D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A56BA-63BE-B136-9B05-3AA853282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5256" y="1819275"/>
            <a:ext cx="10259568" cy="4351338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lang="en-US" b="1" dirty="0"/>
              <a:t>EstimateElectronTemperature_2D</a:t>
            </a:r>
          </a:p>
          <a:p>
            <a:pPr lvl="1"/>
            <a:r>
              <a:rPr lang="en-US" sz="2600" dirty="0"/>
              <a:t>For a given pinhole pair, this function will output an electron temperature map for the image  </a:t>
            </a:r>
          </a:p>
          <a:p>
            <a:pPr marL="0" indent="0">
              <a:buNone/>
            </a:pPr>
            <a:r>
              <a:rPr lang="en-US" b="1" dirty="0"/>
              <a:t>GrabParams_v3</a:t>
            </a:r>
          </a:p>
          <a:p>
            <a:pPr lvl="1"/>
            <a:r>
              <a:rPr lang="en-US" sz="2600" dirty="0"/>
              <a:t>Used to extract the experimental parameters for a given shot</a:t>
            </a:r>
          </a:p>
          <a:p>
            <a:pPr marL="0" indent="0">
              <a:buNone/>
            </a:pPr>
            <a:r>
              <a:rPr lang="en-US" b="1" dirty="0"/>
              <a:t>RealUnits2Pixels</a:t>
            </a:r>
          </a:p>
          <a:p>
            <a:pPr lvl="1"/>
            <a:r>
              <a:rPr lang="en-US" sz="2600" dirty="0"/>
              <a:t>Converts a real-space length into units in pixel-space</a:t>
            </a:r>
          </a:p>
          <a:p>
            <a:pPr marL="0" indent="0">
              <a:buNone/>
            </a:pPr>
            <a:r>
              <a:rPr lang="en-US" b="1" dirty="0"/>
              <a:t>PinholeAnalysis_2D</a:t>
            </a:r>
          </a:p>
          <a:p>
            <a:pPr lvl="1"/>
            <a:r>
              <a:rPr lang="en-US" sz="2600" dirty="0"/>
              <a:t>Performs all analysis of the experimental images</a:t>
            </a:r>
          </a:p>
          <a:p>
            <a:pPr marL="0" indent="0">
              <a:buNone/>
            </a:pPr>
            <a:r>
              <a:rPr lang="en-US" b="1" dirty="0"/>
              <a:t>TheoreticalAnalysis_2D</a:t>
            </a:r>
          </a:p>
          <a:p>
            <a:pPr lvl="1"/>
            <a:r>
              <a:rPr lang="en-US" dirty="0"/>
              <a:t>Performs all theoretical calculations for the filter data </a:t>
            </a:r>
          </a:p>
          <a:p>
            <a:pPr marL="0" indent="0">
              <a:buNone/>
            </a:pPr>
            <a:r>
              <a:rPr lang="en-US" b="1" dirty="0" err="1"/>
              <a:t>FindTemp</a:t>
            </a:r>
            <a:endParaRPr lang="en-US" b="1" dirty="0"/>
          </a:p>
          <a:p>
            <a:pPr lvl="1"/>
            <a:r>
              <a:rPr lang="en-US" dirty="0"/>
              <a:t>Combines experimental measurements and theoretical calculations to calculate the electron temperature for a given point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691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5DCD601-B4D0-2BA6-3148-A7CDABB68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8280334"/>
              </p:ext>
            </p:extLst>
          </p:nvPr>
        </p:nvGraphicFramePr>
        <p:xfrm>
          <a:off x="208722" y="974035"/>
          <a:ext cx="11983278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86071BD-4DD6-3097-1C6B-7264EA3E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" y="0"/>
            <a:ext cx="12157038" cy="1325563"/>
          </a:xfrm>
        </p:spPr>
        <p:txBody>
          <a:bodyPr/>
          <a:lstStyle/>
          <a:p>
            <a:pPr lvl="0"/>
            <a:r>
              <a:rPr lang="en-US" dirty="0"/>
              <a:t>PinholeAnalysis_2D</a:t>
            </a:r>
          </a:p>
        </p:txBody>
      </p:sp>
    </p:spTree>
    <p:extLst>
      <p:ext uri="{BB962C8B-B14F-4D97-AF65-F5344CB8AC3E}">
        <p14:creationId xmlns:p14="http://schemas.microsoft.com/office/powerpoint/2010/main" val="2348854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54C2-832D-A37C-A845-8BF86EDE0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Glossary - PinholeAnalysis_2D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A56BA-63BE-B136-9B05-3AA8532820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 err="1"/>
              <a:t>MakeProcessedData</a:t>
            </a:r>
            <a:endParaRPr lang="en-US" b="1" dirty="0"/>
          </a:p>
          <a:p>
            <a:pPr lvl="1"/>
            <a:r>
              <a:rPr lang="en-US" dirty="0"/>
              <a:t>Takes in the raw image and performs any requisite transformations, flat fielding, and calibration to the raw image</a:t>
            </a:r>
          </a:p>
          <a:p>
            <a:pPr marL="0" indent="0">
              <a:buNone/>
            </a:pPr>
            <a:r>
              <a:rPr lang="en-US" b="1" dirty="0"/>
              <a:t>GrabParams_v3</a:t>
            </a:r>
          </a:p>
          <a:p>
            <a:pPr lvl="1"/>
            <a:r>
              <a:rPr lang="en-US" dirty="0"/>
              <a:t>Used to extract the experimental parameters for a given shot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GrabCalParams</a:t>
            </a:r>
            <a:endParaRPr lang="en-US" b="1" dirty="0"/>
          </a:p>
          <a:p>
            <a:pPr lvl="1"/>
            <a:r>
              <a:rPr lang="en-US" dirty="0"/>
              <a:t>Used to extract the calibration parameters for a given shot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ReadHDF5Data</a:t>
            </a:r>
          </a:p>
          <a:p>
            <a:pPr lvl="1"/>
            <a:r>
              <a:rPr lang="en-US" dirty="0"/>
              <a:t>Reads in the HDF5 data and produces a background subtracted, floored, image to process. </a:t>
            </a:r>
          </a:p>
          <a:p>
            <a:pPr marL="0" indent="0">
              <a:buNone/>
            </a:pPr>
            <a:r>
              <a:rPr lang="en-US" b="1" dirty="0"/>
              <a:t>Mirror</a:t>
            </a:r>
          </a:p>
          <a:p>
            <a:pPr lvl="1"/>
            <a:r>
              <a:rPr lang="en-US" dirty="0"/>
              <a:t>Rotates the image in whatever way necessary</a:t>
            </a:r>
          </a:p>
          <a:p>
            <a:pPr marL="0" indent="0">
              <a:buNone/>
            </a:pPr>
            <a:r>
              <a:rPr lang="en-US" b="1" dirty="0"/>
              <a:t>SelectPinhole_2D</a:t>
            </a:r>
          </a:p>
          <a:p>
            <a:pPr lvl="1"/>
            <a:r>
              <a:rPr lang="en-US" dirty="0"/>
              <a:t>Isolates a given pinhole out of the larger image based off of the provided [row, column] index of the desired pinhole</a:t>
            </a:r>
          </a:p>
          <a:p>
            <a:pPr marL="0" indent="0">
              <a:buNone/>
            </a:pPr>
            <a:r>
              <a:rPr lang="en-US" b="1" dirty="0" err="1"/>
              <a:t>SwitchPinholes</a:t>
            </a:r>
            <a:endParaRPr lang="en-US" b="1" dirty="0"/>
          </a:p>
          <a:p>
            <a:pPr lvl="1"/>
            <a:r>
              <a:rPr lang="en-US" dirty="0"/>
              <a:t>Used to ensure “pinhole1” in the code is always the high-signal/low-filtered pinhole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16039-6129-DEB0-0681-D289328B13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AlignPinholes_2D</a:t>
            </a:r>
          </a:p>
          <a:p>
            <a:pPr lvl="1"/>
            <a:r>
              <a:rPr lang="en-US" dirty="0"/>
              <a:t>Used to align two given pinholes</a:t>
            </a:r>
          </a:p>
          <a:p>
            <a:pPr marL="0" indent="0">
              <a:buNone/>
            </a:pPr>
            <a:r>
              <a:rPr lang="en-US" b="1" dirty="0" err="1"/>
              <a:t>IterativePinholeAlignment</a:t>
            </a:r>
            <a:endParaRPr lang="en-US" b="1" dirty="0"/>
          </a:p>
          <a:p>
            <a:pPr lvl="1"/>
            <a:r>
              <a:rPr lang="en-US" dirty="0"/>
              <a:t>Iteratively aligns two pinholes horizontally, and then vertically, until no further alignment can be performed</a:t>
            </a:r>
          </a:p>
          <a:p>
            <a:pPr marL="0" indent="0">
              <a:buNone/>
            </a:pPr>
            <a:r>
              <a:rPr lang="en-US" b="1" dirty="0" err="1"/>
              <a:t>ProcessPinholes</a:t>
            </a:r>
            <a:endParaRPr lang="en-US" b="1" dirty="0"/>
          </a:p>
          <a:p>
            <a:pPr lvl="1"/>
            <a:r>
              <a:rPr lang="en-US" dirty="0"/>
              <a:t>Performs a background subtraction and floors the pinhole image at a user-specified value</a:t>
            </a:r>
          </a:p>
          <a:p>
            <a:pPr marL="0" indent="0">
              <a:buNone/>
            </a:pPr>
            <a:r>
              <a:rPr lang="en-US" b="1" dirty="0"/>
              <a:t>background_2D</a:t>
            </a:r>
          </a:p>
          <a:p>
            <a:pPr lvl="1"/>
            <a:r>
              <a:rPr lang="en-US" dirty="0"/>
              <a:t>Calculates the background to subtract off of a given pinhole</a:t>
            </a:r>
          </a:p>
          <a:p>
            <a:pPr marL="0" indent="0">
              <a:buNone/>
            </a:pPr>
            <a:r>
              <a:rPr lang="en-US" b="1" dirty="0"/>
              <a:t>floorPinhole_2D</a:t>
            </a:r>
          </a:p>
          <a:p>
            <a:pPr lvl="1"/>
            <a:r>
              <a:rPr lang="en-US" dirty="0"/>
              <a:t>Floors a given pinhole image at a user specified value</a:t>
            </a:r>
          </a:p>
          <a:p>
            <a:pPr marL="0" indent="0">
              <a:buNone/>
            </a:pPr>
            <a:r>
              <a:rPr lang="en-US" b="1" dirty="0"/>
              <a:t>BinningAlgorithm_v2</a:t>
            </a:r>
          </a:p>
          <a:p>
            <a:pPr lvl="1"/>
            <a:r>
              <a:rPr lang="en-US" dirty="0"/>
              <a:t>Bins a given image in accordance with a user-specified bin dimensions and binning process (e.g., taking the mean, median, or geometric mean of the bin)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11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5DCD601-B4D0-2BA6-3148-A7CDABB68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3172637"/>
              </p:ext>
            </p:extLst>
          </p:nvPr>
        </p:nvGraphicFramePr>
        <p:xfrm>
          <a:off x="208722" y="974035"/>
          <a:ext cx="11983278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86071BD-4DD6-3097-1C6B-7264EA3E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" y="0"/>
            <a:ext cx="12157038" cy="1325563"/>
          </a:xfrm>
        </p:spPr>
        <p:txBody>
          <a:bodyPr/>
          <a:lstStyle/>
          <a:p>
            <a:pPr lvl="0"/>
            <a:r>
              <a:rPr lang="en-US" dirty="0"/>
              <a:t>AlignPinholes_2D</a:t>
            </a:r>
          </a:p>
        </p:txBody>
      </p:sp>
    </p:spTree>
    <p:extLst>
      <p:ext uri="{BB962C8B-B14F-4D97-AF65-F5344CB8AC3E}">
        <p14:creationId xmlns:p14="http://schemas.microsoft.com/office/powerpoint/2010/main" val="3750188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54C2-832D-A37C-A845-8BF86EDE0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365125"/>
            <a:ext cx="1202740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Function Glossary - AlignPinholes_2D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A56BA-63BE-B136-9B05-3AA853282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5256" y="1819275"/>
            <a:ext cx="102595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AlignPinholes_2D</a:t>
            </a:r>
          </a:p>
          <a:p>
            <a:pPr lvl="1"/>
            <a:r>
              <a:rPr lang="en-US" dirty="0"/>
              <a:t>Used to align two given pinholes</a:t>
            </a:r>
          </a:p>
          <a:p>
            <a:pPr marL="0" indent="0">
              <a:buNone/>
            </a:pPr>
            <a:r>
              <a:rPr lang="en-US" b="1" dirty="0" err="1"/>
              <a:t>IterativePinholeAlignment</a:t>
            </a:r>
            <a:endParaRPr lang="en-US" b="1" dirty="0"/>
          </a:p>
          <a:p>
            <a:pPr lvl="1"/>
            <a:r>
              <a:rPr lang="en-US" dirty="0"/>
              <a:t>Iteratively aligns two pinholes horizontally, and then vertically, until no further alignment can be performed</a:t>
            </a:r>
          </a:p>
          <a:p>
            <a:pPr marL="0" lvl="0" indent="0">
              <a:buNone/>
            </a:pPr>
            <a:r>
              <a:rPr lang="en-US" b="1" dirty="0"/>
              <a:t>horizontallyAlignPinholes_2D</a:t>
            </a:r>
          </a:p>
          <a:p>
            <a:pPr lvl="1"/>
            <a:r>
              <a:rPr lang="en-US" dirty="0"/>
              <a:t>Horizontally aligns two given pinholes</a:t>
            </a:r>
          </a:p>
          <a:p>
            <a:pPr marL="0" lvl="0" indent="0">
              <a:buNone/>
            </a:pPr>
            <a:r>
              <a:rPr lang="en-US" b="1" dirty="0"/>
              <a:t>verticallyAlignPinholes_2D</a:t>
            </a:r>
          </a:p>
          <a:p>
            <a:pPr lvl="1"/>
            <a:r>
              <a:rPr lang="en-US" dirty="0"/>
              <a:t>Vertically aligns two given pinholes</a:t>
            </a:r>
          </a:p>
          <a:p>
            <a:pPr marL="0" lv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37234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5DCD601-B4D0-2BA6-3148-A7CDABB68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6998089"/>
              </p:ext>
            </p:extLst>
          </p:nvPr>
        </p:nvGraphicFramePr>
        <p:xfrm>
          <a:off x="208722" y="974035"/>
          <a:ext cx="11983278" cy="5715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86071BD-4DD6-3097-1C6B-7264EA3E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" y="0"/>
            <a:ext cx="12157038" cy="1325563"/>
          </a:xfrm>
        </p:spPr>
        <p:txBody>
          <a:bodyPr/>
          <a:lstStyle/>
          <a:p>
            <a:pPr lvl="0"/>
            <a:r>
              <a:rPr lang="en-US" dirty="0"/>
              <a:t>TheoreitcalAnalysis_2D</a:t>
            </a:r>
          </a:p>
        </p:txBody>
      </p:sp>
    </p:spTree>
    <p:extLst>
      <p:ext uri="{BB962C8B-B14F-4D97-AF65-F5344CB8AC3E}">
        <p14:creationId xmlns:p14="http://schemas.microsoft.com/office/powerpoint/2010/main" val="1505450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54C2-832D-A37C-A845-8BF86EDE0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" y="365125"/>
            <a:ext cx="1202740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Function Glossary - TheoreticalAnalysis_2D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A56BA-63BE-B136-9B05-3AA853282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4048" y="1819274"/>
            <a:ext cx="11558016" cy="4773550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 b="1" dirty="0" err="1"/>
              <a:t>extractFilterFileName</a:t>
            </a:r>
            <a:endParaRPr lang="en-US" b="1" dirty="0"/>
          </a:p>
          <a:p>
            <a:pPr lvl="1"/>
            <a:r>
              <a:rPr lang="en-US" dirty="0"/>
              <a:t>Constructs the filter file name and location from the x-ray parameters excel sheet</a:t>
            </a:r>
          </a:p>
          <a:p>
            <a:pPr marL="0" lvl="0" indent="0">
              <a:buNone/>
            </a:pPr>
            <a:r>
              <a:rPr lang="en-US" b="1" dirty="0" err="1"/>
              <a:t>extractFilterThickness</a:t>
            </a:r>
            <a:endParaRPr lang="en-US" b="1" dirty="0"/>
          </a:p>
          <a:p>
            <a:pPr lvl="1"/>
            <a:r>
              <a:rPr lang="en-US" dirty="0"/>
              <a:t>Extracts the filter thickness information from the x-ray parameters excel sheet</a:t>
            </a:r>
            <a:endParaRPr lang="en-US" b="1" dirty="0"/>
          </a:p>
          <a:p>
            <a:pPr marL="0" lvl="0" indent="0">
              <a:buNone/>
            </a:pPr>
            <a:r>
              <a:rPr lang="en-US" b="1" dirty="0" err="1"/>
              <a:t>calculateTransmissionCurves</a:t>
            </a:r>
            <a:endParaRPr lang="en-US" b="1" dirty="0"/>
          </a:p>
          <a:p>
            <a:pPr lvl="1"/>
            <a:r>
              <a:rPr lang="en-US" dirty="0"/>
              <a:t>For a given filter file location and thickness, this function calculates the corresponding </a:t>
            </a:r>
            <a:r>
              <a:rPr lang="en-US" i="1" dirty="0"/>
              <a:t>net </a:t>
            </a:r>
            <a:r>
              <a:rPr lang="en-US" dirty="0"/>
              <a:t>filter transmission curves </a:t>
            </a:r>
          </a:p>
          <a:p>
            <a:pPr marL="0" lvl="0" indent="0">
              <a:buNone/>
            </a:pPr>
            <a:r>
              <a:rPr lang="en-US" b="1" dirty="0"/>
              <a:t>GetFilterTransmission_v2</a:t>
            </a:r>
          </a:p>
          <a:p>
            <a:pPr lvl="1"/>
            <a:r>
              <a:rPr lang="en-US" dirty="0"/>
              <a:t>Used to calculate each individual transmission curve used in </a:t>
            </a:r>
            <a:r>
              <a:rPr lang="en-US" b="1" dirty="0" err="1"/>
              <a:t>calculateTransmissionCurves</a:t>
            </a:r>
            <a:endParaRPr lang="en-US" dirty="0"/>
          </a:p>
          <a:p>
            <a:pPr marL="0" lvl="0" indent="0">
              <a:buNone/>
            </a:pPr>
            <a:r>
              <a:rPr lang="en-US" b="1" dirty="0" err="1"/>
              <a:t>calculateTheoreticalRatio</a:t>
            </a:r>
            <a:endParaRPr lang="en-US" b="1" dirty="0"/>
          </a:p>
          <a:p>
            <a:pPr lvl="1"/>
            <a:r>
              <a:rPr lang="en-US" dirty="0"/>
              <a:t>Calculates the theoretical ratio of x-ray photons emitted per pinhole for the appropriate filter materials and thicknesses</a:t>
            </a:r>
          </a:p>
          <a:p>
            <a:pPr marL="0" lvl="0" indent="0">
              <a:buNone/>
            </a:pPr>
            <a:r>
              <a:rPr lang="en-US" b="1" dirty="0" err="1"/>
              <a:t>DetectorResponse</a:t>
            </a:r>
            <a:endParaRPr lang="en-US" b="1" dirty="0"/>
          </a:p>
          <a:p>
            <a:pPr lvl="1"/>
            <a:r>
              <a:rPr lang="en-US" dirty="0"/>
              <a:t>This function is used to quantify the detector response as a function of energy when constructing the ratio calculated in </a:t>
            </a:r>
            <a:r>
              <a:rPr lang="en-US" b="1" dirty="0" err="1"/>
              <a:t>calculateTheoreticalRatio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193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5DCD601-B4D0-2BA6-3148-A7CDABB6872C}"/>
              </a:ext>
            </a:extLst>
          </p:cNvPr>
          <p:cNvGraphicFramePr/>
          <p:nvPr/>
        </p:nvGraphicFramePr>
        <p:xfrm>
          <a:off x="0" y="990601"/>
          <a:ext cx="12157038" cy="5867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86071BD-4DD6-3097-1C6B-7264EA3E8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" y="0"/>
            <a:ext cx="12157038" cy="1325563"/>
          </a:xfrm>
        </p:spPr>
        <p:txBody>
          <a:bodyPr/>
          <a:lstStyle/>
          <a:p>
            <a:r>
              <a:rPr lang="en-US" b="1" dirty="0"/>
              <a:t>Main Calculation: </a:t>
            </a:r>
            <a:r>
              <a:rPr lang="en-US" dirty="0"/>
              <a:t>EstimateElectronTemperature_2D</a:t>
            </a:r>
          </a:p>
        </p:txBody>
      </p:sp>
    </p:spTree>
    <p:extLst>
      <p:ext uri="{BB962C8B-B14F-4D97-AF65-F5344CB8AC3E}">
        <p14:creationId xmlns:p14="http://schemas.microsoft.com/office/powerpoint/2010/main" val="3201007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678</Words>
  <Application>Microsoft Macintosh PowerPoint</Application>
  <PresentationFormat>Widescreen</PresentationFormat>
  <Paragraphs>139</Paragraphs>
  <Slides>11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</vt:lpstr>
      <vt:lpstr>Times New Roman</vt:lpstr>
      <vt:lpstr>Office Theme</vt:lpstr>
      <vt:lpstr>NIF Recon Pinhole Analysis Pipeline</vt:lpstr>
      <vt:lpstr>High Level Flow Chart</vt:lpstr>
      <vt:lpstr>Main Calculation: EstimateElectronTemperature_2D</vt:lpstr>
      <vt:lpstr>Function Glossary - EstimateElectronTemperature_2D</vt:lpstr>
      <vt:lpstr>PinholeAnalysis_2D</vt:lpstr>
      <vt:lpstr>Function Glossary - PinholeAnalysis_2D</vt:lpstr>
      <vt:lpstr>AlignPinholes_2D</vt:lpstr>
      <vt:lpstr>Function Glossary - AlignPinholes_2D</vt:lpstr>
      <vt:lpstr>TheoreitcalAnalysis_2D</vt:lpstr>
      <vt:lpstr>Function Glossary - TheoreticalAnalysis_2D</vt:lpstr>
      <vt:lpstr>Main Calculation: EstimateElectronTemperature_2D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 Recon Pinhole Analysis Pipeline</dc:title>
  <dc:creator>Jacob M. Matthew Molina</dc:creator>
  <cp:lastModifiedBy>Jacob M. Matthew Molina</cp:lastModifiedBy>
  <cp:revision>4</cp:revision>
  <dcterms:created xsi:type="dcterms:W3CDTF">2022-08-26T16:32:36Z</dcterms:created>
  <dcterms:modified xsi:type="dcterms:W3CDTF">2022-08-29T23:49:45Z</dcterms:modified>
</cp:coreProperties>
</file>